
<file path=[Content_Types].xml><?xml version="1.0" encoding="utf-8"?>
<Types xmlns="http://schemas.openxmlformats.org/package/2006/content-types"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customXml/itemProps1.xml" ContentType="application/vnd.openxmlformats-officedocument.customXmlPropertie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docMetadata/LabelInfo.xml" ContentType="application/vnd.ms-office.classificationlabel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99" r:id="rId5"/>
    <p:sldId id="397" r:id="rId6"/>
    <p:sldId id="369" r:id="rId7"/>
    <p:sldId id="398" r:id="rId8"/>
    <p:sldId id="405" r:id="rId9"/>
    <p:sldId id="406" r:id="rId10"/>
    <p:sldId id="407" r:id="rId11"/>
    <p:sldId id="408" r:id="rId12"/>
    <p:sldId id="395" r:id="rId13"/>
    <p:sldId id="410" r:id="rId14"/>
    <p:sldId id="401" r:id="rId15"/>
    <p:sldId id="402" r:id="rId16"/>
    <p:sldId id="403" r:id="rId17"/>
    <p:sldId id="404" r:id="rId18"/>
    <p:sldId id="362" r:id="rId19"/>
    <p:sldId id="373" r:id="rId20"/>
    <p:sldId id="409" r:id="rId21"/>
    <p:sldId id="381" r:id="rId22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A77D4"/>
  </p:clrMru>
  <p:extLst>
    <p:ext uri="{E76CE94A-603C-4142-B9EB-6D1370010A27}">
      <p14:discardImageEditData xmlns:p14="http://schemas.microsoft.com/office/powerpoint/2010/main" xmlns="" val="1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9B2F8D-98F2-4EA3-A1B4-11DD63CA80F4}" v="6" dt="2025-03-11T08:31:03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015" autoAdjust="0"/>
    <p:restoredTop sz="94640" autoAdjust="0"/>
  </p:normalViewPr>
  <p:slideViewPr>
    <p:cSldViewPr snapToGrid="0" showGuides="1">
      <p:cViewPr varScale="1">
        <p:scale>
          <a:sx n="74" d="100"/>
          <a:sy n="74" d="100"/>
        </p:scale>
        <p:origin x="-456" y="-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20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gs" Target="tags/tag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jie Feng" userId="4f46ee3d-74b6-4475-bf09-c95ccd3ea1b3" providerId="ADAL" clId="{B49B2F8D-98F2-4EA3-A1B4-11DD63CA80F4}"/>
    <pc:docChg chg="undo custSel modSld modMainMaster">
      <pc:chgData name="Shuojie Feng" userId="4f46ee3d-74b6-4475-bf09-c95ccd3ea1b3" providerId="ADAL" clId="{B49B2F8D-98F2-4EA3-A1B4-11DD63CA80F4}" dt="2025-03-11T08:31:03.008" v="82"/>
      <pc:docMkLst>
        <pc:docMk/>
      </pc:docMkLst>
      <pc:sldChg chg="addSp delSp modSp mod chgLayout">
        <pc:chgData name="Shuojie Feng" userId="4f46ee3d-74b6-4475-bf09-c95ccd3ea1b3" providerId="ADAL" clId="{B49B2F8D-98F2-4EA3-A1B4-11DD63CA80F4}" dt="2025-03-10T06:33:15.787" v="16" actId="6264"/>
        <pc:sldMkLst>
          <pc:docMk/>
          <pc:sldMk cId="1486135720" sldId="309"/>
        </pc:sldMkLst>
        <pc:spChg chg="mod ord">
          <ac:chgData name="Shuojie Feng" userId="4f46ee3d-74b6-4475-bf09-c95ccd3ea1b3" providerId="ADAL" clId="{B49B2F8D-98F2-4EA3-A1B4-11DD63CA80F4}" dt="2025-03-10T06:33:15.787" v="16" actId="6264"/>
          <ac:spMkLst>
            <pc:docMk/>
            <pc:sldMk cId="1486135720" sldId="309"/>
            <ac:spMk id="2" creationId="{AA0F5AFE-E02A-A2DF-1811-094A567F6FE1}"/>
          </ac:spMkLst>
        </pc:spChg>
        <pc:spChg chg="mod ord">
          <ac:chgData name="Shuojie Feng" userId="4f46ee3d-74b6-4475-bf09-c95ccd3ea1b3" providerId="ADAL" clId="{B49B2F8D-98F2-4EA3-A1B4-11DD63CA80F4}" dt="2025-03-10T06:33:15.787" v="16" actId="6264"/>
          <ac:spMkLst>
            <pc:docMk/>
            <pc:sldMk cId="1486135720" sldId="309"/>
            <ac:spMk id="3" creationId="{BC68D147-B183-8713-FBA0-D91A36BDCF06}"/>
          </ac:spMkLst>
        </pc:spChg>
        <pc:spChg chg="add del mod">
          <ac:chgData name="Shuojie Feng" userId="4f46ee3d-74b6-4475-bf09-c95ccd3ea1b3" providerId="ADAL" clId="{B49B2F8D-98F2-4EA3-A1B4-11DD63CA80F4}" dt="2025-03-10T06:33:15.787" v="16" actId="6264"/>
          <ac:spMkLst>
            <pc:docMk/>
            <pc:sldMk cId="1486135720" sldId="309"/>
            <ac:spMk id="4" creationId="{A95C86BC-5BA0-19FE-5E01-279165859C15}"/>
          </ac:spMkLst>
        </pc:spChg>
        <pc:spChg chg="add del mod">
          <ac:chgData name="Shuojie Feng" userId="4f46ee3d-74b6-4475-bf09-c95ccd3ea1b3" providerId="ADAL" clId="{B49B2F8D-98F2-4EA3-A1B4-11DD63CA80F4}" dt="2025-03-10T06:33:15.787" v="16" actId="6264"/>
          <ac:spMkLst>
            <pc:docMk/>
            <pc:sldMk cId="1486135720" sldId="309"/>
            <ac:spMk id="5" creationId="{3F195852-810C-16F8-F4A4-217969C41563}"/>
          </ac:spMkLst>
        </pc:spChg>
        <pc:spChg chg="add del mod">
          <ac:chgData name="Shuojie Feng" userId="4f46ee3d-74b6-4475-bf09-c95ccd3ea1b3" providerId="ADAL" clId="{B49B2F8D-98F2-4EA3-A1B4-11DD63CA80F4}" dt="2025-03-10T06:33:15.787" v="16" actId="6264"/>
          <ac:spMkLst>
            <pc:docMk/>
            <pc:sldMk cId="1486135720" sldId="309"/>
            <ac:spMk id="7" creationId="{E57A20C5-5552-0CC5-367C-A2D4AA3E737C}"/>
          </ac:spMkLst>
        </pc:spChg>
        <pc:picChg chg="mod ord">
          <ac:chgData name="Shuojie Feng" userId="4f46ee3d-74b6-4475-bf09-c95ccd3ea1b3" providerId="ADAL" clId="{B49B2F8D-98F2-4EA3-A1B4-11DD63CA80F4}" dt="2025-03-10T06:33:15.787" v="16" actId="6264"/>
          <ac:picMkLst>
            <pc:docMk/>
            <pc:sldMk cId="1486135720" sldId="309"/>
            <ac:picMk id="6" creationId="{E729FBF7-C685-D83C-8129-D5317CE5C167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3:22.639" v="19" actId="6264"/>
        <pc:sldMkLst>
          <pc:docMk/>
          <pc:sldMk cId="129312256" sldId="310"/>
        </pc:sldMkLst>
        <pc:spChg chg="mod ord">
          <ac:chgData name="Shuojie Feng" userId="4f46ee3d-74b6-4475-bf09-c95ccd3ea1b3" providerId="ADAL" clId="{B49B2F8D-98F2-4EA3-A1B4-11DD63CA80F4}" dt="2025-03-10T06:33:22.639" v="19" actId="6264"/>
          <ac:spMkLst>
            <pc:docMk/>
            <pc:sldMk cId="129312256" sldId="310"/>
            <ac:spMk id="2" creationId="{7806420B-7618-1496-B5C2-5F8DA83A172D}"/>
          </ac:spMkLst>
        </pc:spChg>
        <pc:spChg chg="mod ord">
          <ac:chgData name="Shuojie Feng" userId="4f46ee3d-74b6-4475-bf09-c95ccd3ea1b3" providerId="ADAL" clId="{B49B2F8D-98F2-4EA3-A1B4-11DD63CA80F4}" dt="2025-03-10T06:33:22.639" v="19" actId="6264"/>
          <ac:spMkLst>
            <pc:docMk/>
            <pc:sldMk cId="129312256" sldId="310"/>
            <ac:spMk id="3" creationId="{5C53A30A-4B1D-5E9A-F615-38DD081DC4F9}"/>
          </ac:spMkLst>
        </pc:spChg>
        <pc:spChg chg="add del mod">
          <ac:chgData name="Shuojie Feng" userId="4f46ee3d-74b6-4475-bf09-c95ccd3ea1b3" providerId="ADAL" clId="{B49B2F8D-98F2-4EA3-A1B4-11DD63CA80F4}" dt="2025-03-10T06:33:22.639" v="19" actId="6264"/>
          <ac:spMkLst>
            <pc:docMk/>
            <pc:sldMk cId="129312256" sldId="310"/>
            <ac:spMk id="4" creationId="{C2138E51-BAF6-2F1F-6F02-1CA121AE1B13}"/>
          </ac:spMkLst>
        </pc:spChg>
        <pc:spChg chg="add del mod">
          <ac:chgData name="Shuojie Feng" userId="4f46ee3d-74b6-4475-bf09-c95ccd3ea1b3" providerId="ADAL" clId="{B49B2F8D-98F2-4EA3-A1B4-11DD63CA80F4}" dt="2025-03-10T06:33:22.639" v="19" actId="6264"/>
          <ac:spMkLst>
            <pc:docMk/>
            <pc:sldMk cId="129312256" sldId="310"/>
            <ac:spMk id="5" creationId="{95394012-3816-85F0-1AF0-04E05380A9DB}"/>
          </ac:spMkLst>
        </pc:spChg>
        <pc:spChg chg="add del mod">
          <ac:chgData name="Shuojie Feng" userId="4f46ee3d-74b6-4475-bf09-c95ccd3ea1b3" providerId="ADAL" clId="{B49B2F8D-98F2-4EA3-A1B4-11DD63CA80F4}" dt="2025-03-10T06:33:22.639" v="19" actId="6264"/>
          <ac:spMkLst>
            <pc:docMk/>
            <pc:sldMk cId="129312256" sldId="310"/>
            <ac:spMk id="6" creationId="{E5713A80-77ED-9521-0A19-502EA109A996}"/>
          </ac:spMkLst>
        </pc:spChg>
        <pc:picChg chg="mod ord">
          <ac:chgData name="Shuojie Feng" userId="4f46ee3d-74b6-4475-bf09-c95ccd3ea1b3" providerId="ADAL" clId="{B49B2F8D-98F2-4EA3-A1B4-11DD63CA80F4}" dt="2025-03-10T06:33:22.639" v="19" actId="6264"/>
          <ac:picMkLst>
            <pc:docMk/>
            <pc:sldMk cId="129312256" sldId="310"/>
            <ac:picMk id="7" creationId="{89C32DD0-BD2F-6524-4667-DB5E224F949E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3:29.235" v="22" actId="6264"/>
        <pc:sldMkLst>
          <pc:docMk/>
          <pc:sldMk cId="3166084211" sldId="311"/>
        </pc:sldMkLst>
        <pc:spChg chg="mod ord">
          <ac:chgData name="Shuojie Feng" userId="4f46ee3d-74b6-4475-bf09-c95ccd3ea1b3" providerId="ADAL" clId="{B49B2F8D-98F2-4EA3-A1B4-11DD63CA80F4}" dt="2025-03-10T06:33:29.235" v="22" actId="6264"/>
          <ac:spMkLst>
            <pc:docMk/>
            <pc:sldMk cId="3166084211" sldId="311"/>
            <ac:spMk id="2" creationId="{5DF5C731-0B26-AFBA-1D25-E6AE3BB1DD35}"/>
          </ac:spMkLst>
        </pc:spChg>
        <pc:spChg chg="mod ord">
          <ac:chgData name="Shuojie Feng" userId="4f46ee3d-74b6-4475-bf09-c95ccd3ea1b3" providerId="ADAL" clId="{B49B2F8D-98F2-4EA3-A1B4-11DD63CA80F4}" dt="2025-03-10T06:33:29.235" v="22" actId="6264"/>
          <ac:spMkLst>
            <pc:docMk/>
            <pc:sldMk cId="3166084211" sldId="311"/>
            <ac:spMk id="3" creationId="{38F3E1E9-91F3-D594-7B6B-7298782A34E5}"/>
          </ac:spMkLst>
        </pc:spChg>
        <pc:spChg chg="add del mod">
          <ac:chgData name="Shuojie Feng" userId="4f46ee3d-74b6-4475-bf09-c95ccd3ea1b3" providerId="ADAL" clId="{B49B2F8D-98F2-4EA3-A1B4-11DD63CA80F4}" dt="2025-03-10T06:33:29.235" v="22" actId="6264"/>
          <ac:spMkLst>
            <pc:docMk/>
            <pc:sldMk cId="3166084211" sldId="311"/>
            <ac:spMk id="4" creationId="{2815FD84-396B-7B28-531E-EAC7A0AD8A16}"/>
          </ac:spMkLst>
        </pc:spChg>
        <pc:spChg chg="add del mod">
          <ac:chgData name="Shuojie Feng" userId="4f46ee3d-74b6-4475-bf09-c95ccd3ea1b3" providerId="ADAL" clId="{B49B2F8D-98F2-4EA3-A1B4-11DD63CA80F4}" dt="2025-03-10T06:33:29.235" v="22" actId="6264"/>
          <ac:spMkLst>
            <pc:docMk/>
            <pc:sldMk cId="3166084211" sldId="311"/>
            <ac:spMk id="5" creationId="{B6427FB3-33DA-5934-6C24-FD633438E60D}"/>
          </ac:spMkLst>
        </pc:spChg>
        <pc:spChg chg="add del mod">
          <ac:chgData name="Shuojie Feng" userId="4f46ee3d-74b6-4475-bf09-c95ccd3ea1b3" providerId="ADAL" clId="{B49B2F8D-98F2-4EA3-A1B4-11DD63CA80F4}" dt="2025-03-10T06:33:29.235" v="22" actId="6264"/>
          <ac:spMkLst>
            <pc:docMk/>
            <pc:sldMk cId="3166084211" sldId="311"/>
            <ac:spMk id="6" creationId="{FAFBCB7D-6021-AB1F-A4D3-551E301AD45B}"/>
          </ac:spMkLst>
        </pc:spChg>
        <pc:picChg chg="mod ord">
          <ac:chgData name="Shuojie Feng" userId="4f46ee3d-74b6-4475-bf09-c95ccd3ea1b3" providerId="ADAL" clId="{B49B2F8D-98F2-4EA3-A1B4-11DD63CA80F4}" dt="2025-03-10T06:33:29.235" v="22" actId="6264"/>
          <ac:picMkLst>
            <pc:docMk/>
            <pc:sldMk cId="3166084211" sldId="311"/>
            <ac:picMk id="10" creationId="{69197D8C-57D2-5B8A-9D06-3F78A61ADF7D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34.810" v="42" actId="6264"/>
        <pc:sldMkLst>
          <pc:docMk/>
          <pc:sldMk cId="306212644" sldId="343"/>
        </pc:sldMkLst>
        <pc:spChg chg="mod ord">
          <ac:chgData name="Shuojie Feng" userId="4f46ee3d-74b6-4475-bf09-c95ccd3ea1b3" providerId="ADAL" clId="{B49B2F8D-98F2-4EA3-A1B4-11DD63CA80F4}" dt="2025-03-10T06:34:34.810" v="42" actId="6264"/>
          <ac:spMkLst>
            <pc:docMk/>
            <pc:sldMk cId="306212644" sldId="343"/>
            <ac:spMk id="2" creationId="{A8D3822D-53D9-989F-ED9D-19A259050E33}"/>
          </ac:spMkLst>
        </pc:spChg>
        <pc:spChg chg="mod ord">
          <ac:chgData name="Shuojie Feng" userId="4f46ee3d-74b6-4475-bf09-c95ccd3ea1b3" providerId="ADAL" clId="{B49B2F8D-98F2-4EA3-A1B4-11DD63CA80F4}" dt="2025-03-10T06:34:34.810" v="42" actId="6264"/>
          <ac:spMkLst>
            <pc:docMk/>
            <pc:sldMk cId="306212644" sldId="343"/>
            <ac:spMk id="3" creationId="{FB894509-4CDF-2BC4-DABE-86D592B1814B}"/>
          </ac:spMkLst>
        </pc:spChg>
        <pc:spChg chg="add del mod">
          <ac:chgData name="Shuojie Feng" userId="4f46ee3d-74b6-4475-bf09-c95ccd3ea1b3" providerId="ADAL" clId="{B49B2F8D-98F2-4EA3-A1B4-11DD63CA80F4}" dt="2025-03-10T06:34:34.810" v="42" actId="6264"/>
          <ac:spMkLst>
            <pc:docMk/>
            <pc:sldMk cId="306212644" sldId="343"/>
            <ac:spMk id="4" creationId="{51CAE23C-AF12-9A9E-F96E-1BB1B11A8491}"/>
          </ac:spMkLst>
        </pc:spChg>
        <pc:spChg chg="add del mod">
          <ac:chgData name="Shuojie Feng" userId="4f46ee3d-74b6-4475-bf09-c95ccd3ea1b3" providerId="ADAL" clId="{B49B2F8D-98F2-4EA3-A1B4-11DD63CA80F4}" dt="2025-03-10T06:34:34.810" v="42" actId="6264"/>
          <ac:spMkLst>
            <pc:docMk/>
            <pc:sldMk cId="306212644" sldId="343"/>
            <ac:spMk id="5" creationId="{2A300487-E2AE-8A4B-3048-473DB521D13F}"/>
          </ac:spMkLst>
        </pc:spChg>
        <pc:spChg chg="add del mod">
          <ac:chgData name="Shuojie Feng" userId="4f46ee3d-74b6-4475-bf09-c95ccd3ea1b3" providerId="ADAL" clId="{B49B2F8D-98F2-4EA3-A1B4-11DD63CA80F4}" dt="2025-03-10T06:34:34.810" v="42" actId="6264"/>
          <ac:spMkLst>
            <pc:docMk/>
            <pc:sldMk cId="306212644" sldId="343"/>
            <ac:spMk id="6" creationId="{B61C1E40-2FD0-A024-2AEE-EC200A6B681D}"/>
          </ac:spMkLst>
        </pc:spChg>
        <pc:picChg chg="mod ord">
          <ac:chgData name="Shuojie Feng" userId="4f46ee3d-74b6-4475-bf09-c95ccd3ea1b3" providerId="ADAL" clId="{B49B2F8D-98F2-4EA3-A1B4-11DD63CA80F4}" dt="2025-03-10T06:34:34.810" v="42" actId="6264"/>
          <ac:picMkLst>
            <pc:docMk/>
            <pc:sldMk cId="306212644" sldId="343"/>
            <ac:picMk id="8" creationId="{CD974BF6-1405-4800-88A2-85A7C232B435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17.752" v="34" actId="6264"/>
        <pc:sldMkLst>
          <pc:docMk/>
          <pc:sldMk cId="3304723417" sldId="348"/>
        </pc:sldMkLst>
        <pc:spChg chg="add del mod">
          <ac:chgData name="Shuojie Feng" userId="4f46ee3d-74b6-4475-bf09-c95ccd3ea1b3" providerId="ADAL" clId="{B49B2F8D-98F2-4EA3-A1B4-11DD63CA80F4}" dt="2025-03-10T06:34:17.752" v="34" actId="6264"/>
          <ac:spMkLst>
            <pc:docMk/>
            <pc:sldMk cId="3304723417" sldId="348"/>
            <ac:spMk id="2" creationId="{6327A7D1-7403-4B88-5AC0-9052DBDDD3DC}"/>
          </ac:spMkLst>
        </pc:spChg>
        <pc:spChg chg="mod ord">
          <ac:chgData name="Shuojie Feng" userId="4f46ee3d-74b6-4475-bf09-c95ccd3ea1b3" providerId="ADAL" clId="{B49B2F8D-98F2-4EA3-A1B4-11DD63CA80F4}" dt="2025-03-10T06:34:17.752" v="34" actId="6264"/>
          <ac:spMkLst>
            <pc:docMk/>
            <pc:sldMk cId="3304723417" sldId="348"/>
            <ac:spMk id="3" creationId="{3D38915E-2F20-69EC-E31B-DEC148252751}"/>
          </ac:spMkLst>
        </pc:spChg>
        <pc:spChg chg="mod ord">
          <ac:chgData name="Shuojie Feng" userId="4f46ee3d-74b6-4475-bf09-c95ccd3ea1b3" providerId="ADAL" clId="{B49B2F8D-98F2-4EA3-A1B4-11DD63CA80F4}" dt="2025-03-10T06:34:17.752" v="34" actId="6264"/>
          <ac:spMkLst>
            <pc:docMk/>
            <pc:sldMk cId="3304723417" sldId="348"/>
            <ac:spMk id="4" creationId="{789AA989-BEE2-83F0-65D3-24D10A52C7C4}"/>
          </ac:spMkLst>
        </pc:spChg>
        <pc:spChg chg="add del mod">
          <ac:chgData name="Shuojie Feng" userId="4f46ee3d-74b6-4475-bf09-c95ccd3ea1b3" providerId="ADAL" clId="{B49B2F8D-98F2-4EA3-A1B4-11DD63CA80F4}" dt="2025-03-10T06:34:17.752" v="34" actId="6264"/>
          <ac:spMkLst>
            <pc:docMk/>
            <pc:sldMk cId="3304723417" sldId="348"/>
            <ac:spMk id="5" creationId="{15B88A3D-9720-CB18-E885-F364CF6757ED}"/>
          </ac:spMkLst>
        </pc:spChg>
        <pc:spChg chg="add del mod">
          <ac:chgData name="Shuojie Feng" userId="4f46ee3d-74b6-4475-bf09-c95ccd3ea1b3" providerId="ADAL" clId="{B49B2F8D-98F2-4EA3-A1B4-11DD63CA80F4}" dt="2025-03-10T06:34:17.752" v="34" actId="6264"/>
          <ac:spMkLst>
            <pc:docMk/>
            <pc:sldMk cId="3304723417" sldId="348"/>
            <ac:spMk id="6" creationId="{BD96E6C7-CD39-2071-6F59-262270598AFC}"/>
          </ac:spMkLst>
        </pc:spChg>
        <pc:picChg chg="mod ord">
          <ac:chgData name="Shuojie Feng" userId="4f46ee3d-74b6-4475-bf09-c95ccd3ea1b3" providerId="ADAL" clId="{B49B2F8D-98F2-4EA3-A1B4-11DD63CA80F4}" dt="2025-03-10T06:34:17.752" v="34" actId="6264"/>
          <ac:picMkLst>
            <pc:docMk/>
            <pc:sldMk cId="3304723417" sldId="348"/>
            <ac:picMk id="8" creationId="{5AB749B8-9086-0121-7690-9A8627926A8C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12.335" v="32" actId="6264"/>
        <pc:sldMkLst>
          <pc:docMk/>
          <pc:sldMk cId="30141489" sldId="362"/>
        </pc:sldMkLst>
        <pc:spChg chg="mod ord">
          <ac:chgData name="Shuojie Feng" userId="4f46ee3d-74b6-4475-bf09-c95ccd3ea1b3" providerId="ADAL" clId="{B49B2F8D-98F2-4EA3-A1B4-11DD63CA80F4}" dt="2025-03-10T06:34:12.335" v="32" actId="6264"/>
          <ac:spMkLst>
            <pc:docMk/>
            <pc:sldMk cId="30141489" sldId="362"/>
            <ac:spMk id="2" creationId="{09371A37-3B7F-A974-7ADD-10E19705443E}"/>
          </ac:spMkLst>
        </pc:spChg>
        <pc:spChg chg="mod ord">
          <ac:chgData name="Shuojie Feng" userId="4f46ee3d-74b6-4475-bf09-c95ccd3ea1b3" providerId="ADAL" clId="{B49B2F8D-98F2-4EA3-A1B4-11DD63CA80F4}" dt="2025-03-10T06:34:12.335" v="32" actId="6264"/>
          <ac:spMkLst>
            <pc:docMk/>
            <pc:sldMk cId="30141489" sldId="362"/>
            <ac:spMk id="3" creationId="{6EFD18D6-B204-F755-9709-4C5ADE9A99E6}"/>
          </ac:spMkLst>
        </pc:spChg>
        <pc:spChg chg="add del mod">
          <ac:chgData name="Shuojie Feng" userId="4f46ee3d-74b6-4475-bf09-c95ccd3ea1b3" providerId="ADAL" clId="{B49B2F8D-98F2-4EA3-A1B4-11DD63CA80F4}" dt="2025-03-10T06:33:32.439" v="24" actId="6264"/>
          <ac:spMkLst>
            <pc:docMk/>
            <pc:sldMk cId="30141489" sldId="362"/>
            <ac:spMk id="4" creationId="{BB12C4BE-655C-A1B9-6D5D-04DCACAF601D}"/>
          </ac:spMkLst>
        </pc:spChg>
        <pc:spChg chg="add del mod">
          <ac:chgData name="Shuojie Feng" userId="4f46ee3d-74b6-4475-bf09-c95ccd3ea1b3" providerId="ADAL" clId="{B49B2F8D-98F2-4EA3-A1B4-11DD63CA80F4}" dt="2025-03-10T06:33:32.439" v="24" actId="6264"/>
          <ac:spMkLst>
            <pc:docMk/>
            <pc:sldMk cId="30141489" sldId="362"/>
            <ac:spMk id="5" creationId="{A174EF6D-6553-03C0-999F-A139C05D0EF8}"/>
          </ac:spMkLst>
        </pc:spChg>
        <pc:spChg chg="add del mod">
          <ac:chgData name="Shuojie Feng" userId="4f46ee3d-74b6-4475-bf09-c95ccd3ea1b3" providerId="ADAL" clId="{B49B2F8D-98F2-4EA3-A1B4-11DD63CA80F4}" dt="2025-03-10T06:33:54.817" v="27" actId="6264"/>
          <ac:spMkLst>
            <pc:docMk/>
            <pc:sldMk cId="30141489" sldId="362"/>
            <ac:spMk id="6" creationId="{CC1D1CE9-3D9F-37D9-D5A7-430B2219951A}"/>
          </ac:spMkLst>
        </pc:spChg>
        <pc:spChg chg="add del mod">
          <ac:chgData name="Shuojie Feng" userId="4f46ee3d-74b6-4475-bf09-c95ccd3ea1b3" providerId="ADAL" clId="{B49B2F8D-98F2-4EA3-A1B4-11DD63CA80F4}" dt="2025-03-10T06:33:54.817" v="27" actId="6264"/>
          <ac:spMkLst>
            <pc:docMk/>
            <pc:sldMk cId="30141489" sldId="362"/>
            <ac:spMk id="7" creationId="{5E58D87E-8BEB-8D7B-8F62-66372B4D28C5}"/>
          </ac:spMkLst>
        </pc:spChg>
        <pc:spChg chg="add del mod">
          <ac:chgData name="Shuojie Feng" userId="4f46ee3d-74b6-4475-bf09-c95ccd3ea1b3" providerId="ADAL" clId="{B49B2F8D-98F2-4EA3-A1B4-11DD63CA80F4}" dt="2025-03-10T06:34:03.456" v="30" actId="6264"/>
          <ac:spMkLst>
            <pc:docMk/>
            <pc:sldMk cId="30141489" sldId="362"/>
            <ac:spMk id="8" creationId="{D9E4FD8F-F1FB-C535-AEA0-D61A83DB314E}"/>
          </ac:spMkLst>
        </pc:spChg>
        <pc:spChg chg="add del mod">
          <ac:chgData name="Shuojie Feng" userId="4f46ee3d-74b6-4475-bf09-c95ccd3ea1b3" providerId="ADAL" clId="{B49B2F8D-98F2-4EA3-A1B4-11DD63CA80F4}" dt="2025-03-10T06:34:03.456" v="30" actId="6264"/>
          <ac:spMkLst>
            <pc:docMk/>
            <pc:sldMk cId="30141489" sldId="362"/>
            <ac:spMk id="9" creationId="{F2E8496B-C2E3-5430-33B5-AA1E04015932}"/>
          </ac:spMkLst>
        </pc:spChg>
        <pc:spChg chg="add del mod">
          <ac:chgData name="Shuojie Feng" userId="4f46ee3d-74b6-4475-bf09-c95ccd3ea1b3" providerId="ADAL" clId="{B49B2F8D-98F2-4EA3-A1B4-11DD63CA80F4}" dt="2025-03-10T06:34:12.335" v="32" actId="6264"/>
          <ac:spMkLst>
            <pc:docMk/>
            <pc:sldMk cId="30141489" sldId="362"/>
            <ac:spMk id="10" creationId="{F88B2640-2E83-132A-6854-D1C1A3B25B6B}"/>
          </ac:spMkLst>
        </pc:spChg>
        <pc:spChg chg="add del mod">
          <ac:chgData name="Shuojie Feng" userId="4f46ee3d-74b6-4475-bf09-c95ccd3ea1b3" providerId="ADAL" clId="{B49B2F8D-98F2-4EA3-A1B4-11DD63CA80F4}" dt="2025-03-10T06:34:12.335" v="32" actId="6264"/>
          <ac:spMkLst>
            <pc:docMk/>
            <pc:sldMk cId="30141489" sldId="362"/>
            <ac:spMk id="11" creationId="{188B3EB4-37F2-3DEF-F5D0-56F358F35773}"/>
          </ac:spMkLst>
        </pc:spChg>
      </pc:sldChg>
      <pc:sldChg chg="addSp delSp modSp mod chgLayout">
        <pc:chgData name="Shuojie Feng" userId="4f46ee3d-74b6-4475-bf09-c95ccd3ea1b3" providerId="ADAL" clId="{B49B2F8D-98F2-4EA3-A1B4-11DD63CA80F4}" dt="2025-03-10T06:33:11.889" v="14" actId="6264"/>
        <pc:sldMkLst>
          <pc:docMk/>
          <pc:sldMk cId="2282397125" sldId="369"/>
        </pc:sldMkLst>
        <pc:spChg chg="mod ord">
          <ac:chgData name="Shuojie Feng" userId="4f46ee3d-74b6-4475-bf09-c95ccd3ea1b3" providerId="ADAL" clId="{B49B2F8D-98F2-4EA3-A1B4-11DD63CA80F4}" dt="2025-03-10T06:33:11.889" v="14" actId="6264"/>
          <ac:spMkLst>
            <pc:docMk/>
            <pc:sldMk cId="2282397125" sldId="369"/>
            <ac:spMk id="2" creationId="{EF7DBF8C-DE05-CDCC-8A93-E9CF8DD166AD}"/>
          </ac:spMkLst>
        </pc:spChg>
        <pc:spChg chg="mod ord">
          <ac:chgData name="Shuojie Feng" userId="4f46ee3d-74b6-4475-bf09-c95ccd3ea1b3" providerId="ADAL" clId="{B49B2F8D-98F2-4EA3-A1B4-11DD63CA80F4}" dt="2025-03-10T06:33:11.889" v="14" actId="6264"/>
          <ac:spMkLst>
            <pc:docMk/>
            <pc:sldMk cId="2282397125" sldId="369"/>
            <ac:spMk id="3" creationId="{2F369B94-B996-1CE7-AD33-7FA0009972C6}"/>
          </ac:spMkLst>
        </pc:spChg>
        <pc:spChg chg="add del mod">
          <ac:chgData name="Shuojie Feng" userId="4f46ee3d-74b6-4475-bf09-c95ccd3ea1b3" providerId="ADAL" clId="{B49B2F8D-98F2-4EA3-A1B4-11DD63CA80F4}" dt="2025-03-10T06:33:11.889" v="14" actId="6264"/>
          <ac:spMkLst>
            <pc:docMk/>
            <pc:sldMk cId="2282397125" sldId="369"/>
            <ac:spMk id="4" creationId="{449490DC-9CAD-16C1-0AB7-2488F170F4CE}"/>
          </ac:spMkLst>
        </pc:spChg>
        <pc:spChg chg="add del mod">
          <ac:chgData name="Shuojie Feng" userId="4f46ee3d-74b6-4475-bf09-c95ccd3ea1b3" providerId="ADAL" clId="{B49B2F8D-98F2-4EA3-A1B4-11DD63CA80F4}" dt="2025-03-10T06:33:11.889" v="14" actId="6264"/>
          <ac:spMkLst>
            <pc:docMk/>
            <pc:sldMk cId="2282397125" sldId="369"/>
            <ac:spMk id="5" creationId="{33362A61-FBAC-D6B0-4897-2153AED7F70E}"/>
          </ac:spMkLst>
        </pc:spChg>
        <pc:spChg chg="add del mod">
          <ac:chgData name="Shuojie Feng" userId="4f46ee3d-74b6-4475-bf09-c95ccd3ea1b3" providerId="ADAL" clId="{B49B2F8D-98F2-4EA3-A1B4-11DD63CA80F4}" dt="2025-03-10T06:33:11.889" v="14" actId="6264"/>
          <ac:spMkLst>
            <pc:docMk/>
            <pc:sldMk cId="2282397125" sldId="369"/>
            <ac:spMk id="7" creationId="{79B9B1EB-A5CC-5AC0-0DC1-AD47564D7D0D}"/>
          </ac:spMkLst>
        </pc:spChg>
        <pc:picChg chg="mod ord">
          <ac:chgData name="Shuojie Feng" userId="4f46ee3d-74b6-4475-bf09-c95ccd3ea1b3" providerId="ADAL" clId="{B49B2F8D-98F2-4EA3-A1B4-11DD63CA80F4}" dt="2025-03-10T06:33:11.889" v="14" actId="6264"/>
          <ac:picMkLst>
            <pc:docMk/>
            <pc:sldMk cId="2282397125" sldId="369"/>
            <ac:picMk id="6" creationId="{B2DC8609-9C64-3194-CCDD-22AF7CC24D70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3:25.505" v="20" actId="6264"/>
        <pc:sldMkLst>
          <pc:docMk/>
          <pc:sldMk cId="789118905" sldId="371"/>
        </pc:sldMkLst>
        <pc:spChg chg="mod ord">
          <ac:chgData name="Shuojie Feng" userId="4f46ee3d-74b6-4475-bf09-c95ccd3ea1b3" providerId="ADAL" clId="{B49B2F8D-98F2-4EA3-A1B4-11DD63CA80F4}" dt="2025-03-10T06:33:25.505" v="20" actId="6264"/>
          <ac:spMkLst>
            <pc:docMk/>
            <pc:sldMk cId="789118905" sldId="371"/>
            <ac:spMk id="2" creationId="{A5F73290-150D-4023-3438-A81F0FB72F5A}"/>
          </ac:spMkLst>
        </pc:spChg>
        <pc:spChg chg="mod ord">
          <ac:chgData name="Shuojie Feng" userId="4f46ee3d-74b6-4475-bf09-c95ccd3ea1b3" providerId="ADAL" clId="{B49B2F8D-98F2-4EA3-A1B4-11DD63CA80F4}" dt="2025-03-10T06:33:25.505" v="20" actId="6264"/>
          <ac:spMkLst>
            <pc:docMk/>
            <pc:sldMk cId="789118905" sldId="371"/>
            <ac:spMk id="3" creationId="{417391A1-8DE5-BF6D-13CA-82EB9E4F9031}"/>
          </ac:spMkLst>
        </pc:spChg>
        <pc:spChg chg="add del mod">
          <ac:chgData name="Shuojie Feng" userId="4f46ee3d-74b6-4475-bf09-c95ccd3ea1b3" providerId="ADAL" clId="{B49B2F8D-98F2-4EA3-A1B4-11DD63CA80F4}" dt="2025-03-10T06:33:25.505" v="20" actId="6264"/>
          <ac:spMkLst>
            <pc:docMk/>
            <pc:sldMk cId="789118905" sldId="371"/>
            <ac:spMk id="4" creationId="{155E4409-C11C-4452-59E2-2E6C7540AB47}"/>
          </ac:spMkLst>
        </pc:spChg>
        <pc:spChg chg="add del mod">
          <ac:chgData name="Shuojie Feng" userId="4f46ee3d-74b6-4475-bf09-c95ccd3ea1b3" providerId="ADAL" clId="{B49B2F8D-98F2-4EA3-A1B4-11DD63CA80F4}" dt="2025-03-10T06:33:25.505" v="20" actId="6264"/>
          <ac:spMkLst>
            <pc:docMk/>
            <pc:sldMk cId="789118905" sldId="371"/>
            <ac:spMk id="5" creationId="{9EBBE60F-42FE-0604-7089-E693B7C2BBBF}"/>
          </ac:spMkLst>
        </pc:spChg>
        <pc:spChg chg="add del mod">
          <ac:chgData name="Shuojie Feng" userId="4f46ee3d-74b6-4475-bf09-c95ccd3ea1b3" providerId="ADAL" clId="{B49B2F8D-98F2-4EA3-A1B4-11DD63CA80F4}" dt="2025-03-10T06:33:25.505" v="20" actId="6264"/>
          <ac:spMkLst>
            <pc:docMk/>
            <pc:sldMk cId="789118905" sldId="371"/>
            <ac:spMk id="7" creationId="{0667F520-D80F-BD8F-BEE6-0673B91E8B75}"/>
          </ac:spMkLst>
        </pc:spChg>
        <pc:picChg chg="mod ord">
          <ac:chgData name="Shuojie Feng" userId="4f46ee3d-74b6-4475-bf09-c95ccd3ea1b3" providerId="ADAL" clId="{B49B2F8D-98F2-4EA3-A1B4-11DD63CA80F4}" dt="2025-03-10T06:33:25.505" v="20" actId="6264"/>
          <ac:picMkLst>
            <pc:docMk/>
            <pc:sldMk cId="789118905" sldId="371"/>
            <ac:picMk id="6" creationId="{AE363C14-CDF1-3709-050E-00FB4419F0BA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15.717" v="33" actId="6264"/>
        <pc:sldMkLst>
          <pc:docMk/>
          <pc:sldMk cId="944611234" sldId="372"/>
        </pc:sldMkLst>
        <pc:spChg chg="mod ord">
          <ac:chgData name="Shuojie Feng" userId="4f46ee3d-74b6-4475-bf09-c95ccd3ea1b3" providerId="ADAL" clId="{B49B2F8D-98F2-4EA3-A1B4-11DD63CA80F4}" dt="2025-03-10T06:34:15.717" v="33" actId="6264"/>
          <ac:spMkLst>
            <pc:docMk/>
            <pc:sldMk cId="944611234" sldId="372"/>
            <ac:spMk id="2" creationId="{9ED6094F-4883-575A-31A0-A3144044AC57}"/>
          </ac:spMkLst>
        </pc:spChg>
        <pc:spChg chg="mod ord">
          <ac:chgData name="Shuojie Feng" userId="4f46ee3d-74b6-4475-bf09-c95ccd3ea1b3" providerId="ADAL" clId="{B49B2F8D-98F2-4EA3-A1B4-11DD63CA80F4}" dt="2025-03-10T06:34:15.717" v="33" actId="6264"/>
          <ac:spMkLst>
            <pc:docMk/>
            <pc:sldMk cId="944611234" sldId="372"/>
            <ac:spMk id="3" creationId="{525372EA-97A7-967B-7FC1-3EE0599C7CFB}"/>
          </ac:spMkLst>
        </pc:spChg>
        <pc:spChg chg="add del mod">
          <ac:chgData name="Shuojie Feng" userId="4f46ee3d-74b6-4475-bf09-c95ccd3ea1b3" providerId="ADAL" clId="{B49B2F8D-98F2-4EA3-A1B4-11DD63CA80F4}" dt="2025-03-10T06:34:15.717" v="33" actId="6264"/>
          <ac:spMkLst>
            <pc:docMk/>
            <pc:sldMk cId="944611234" sldId="372"/>
            <ac:spMk id="4" creationId="{2F01E50E-A4C4-5484-7E4F-473B22645132}"/>
          </ac:spMkLst>
        </pc:spChg>
        <pc:spChg chg="add del mod">
          <ac:chgData name="Shuojie Feng" userId="4f46ee3d-74b6-4475-bf09-c95ccd3ea1b3" providerId="ADAL" clId="{B49B2F8D-98F2-4EA3-A1B4-11DD63CA80F4}" dt="2025-03-10T06:34:15.717" v="33" actId="6264"/>
          <ac:spMkLst>
            <pc:docMk/>
            <pc:sldMk cId="944611234" sldId="372"/>
            <ac:spMk id="5" creationId="{1B84C490-05E7-EAEA-D146-9A670B63B187}"/>
          </ac:spMkLst>
        </pc:spChg>
        <pc:spChg chg="add del mod">
          <ac:chgData name="Shuojie Feng" userId="4f46ee3d-74b6-4475-bf09-c95ccd3ea1b3" providerId="ADAL" clId="{B49B2F8D-98F2-4EA3-A1B4-11DD63CA80F4}" dt="2025-03-10T06:34:15.717" v="33" actId="6264"/>
          <ac:spMkLst>
            <pc:docMk/>
            <pc:sldMk cId="944611234" sldId="372"/>
            <ac:spMk id="7" creationId="{DA872FB8-90BB-5467-3CD0-858E3E949686}"/>
          </ac:spMkLst>
        </pc:spChg>
        <pc:picChg chg="mod ord">
          <ac:chgData name="Shuojie Feng" userId="4f46ee3d-74b6-4475-bf09-c95ccd3ea1b3" providerId="ADAL" clId="{B49B2F8D-98F2-4EA3-A1B4-11DD63CA80F4}" dt="2025-03-10T06:34:15.717" v="33" actId="6264"/>
          <ac:picMkLst>
            <pc:docMk/>
            <pc:sldMk cId="944611234" sldId="372"/>
            <ac:picMk id="6" creationId="{83F06EEB-60A0-B5E1-17A6-EC72049B5F53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32.728" v="41" actId="6264"/>
        <pc:sldMkLst>
          <pc:docMk/>
          <pc:sldMk cId="517663243" sldId="373"/>
        </pc:sldMkLst>
        <pc:spChg chg="mod ord">
          <ac:chgData name="Shuojie Feng" userId="4f46ee3d-74b6-4475-bf09-c95ccd3ea1b3" providerId="ADAL" clId="{B49B2F8D-98F2-4EA3-A1B4-11DD63CA80F4}" dt="2025-03-10T06:34:32.728" v="41" actId="6264"/>
          <ac:spMkLst>
            <pc:docMk/>
            <pc:sldMk cId="517663243" sldId="373"/>
            <ac:spMk id="2" creationId="{918B5E49-1830-7F44-FE5E-D9B670A0DC24}"/>
          </ac:spMkLst>
        </pc:spChg>
        <pc:spChg chg="mod ord">
          <ac:chgData name="Shuojie Feng" userId="4f46ee3d-74b6-4475-bf09-c95ccd3ea1b3" providerId="ADAL" clId="{B49B2F8D-98F2-4EA3-A1B4-11DD63CA80F4}" dt="2025-03-10T06:34:32.728" v="41" actId="6264"/>
          <ac:spMkLst>
            <pc:docMk/>
            <pc:sldMk cId="517663243" sldId="373"/>
            <ac:spMk id="3" creationId="{410C25AC-82DB-271A-826C-DEA7115112A0}"/>
          </ac:spMkLst>
        </pc:spChg>
        <pc:spChg chg="add del mod">
          <ac:chgData name="Shuojie Feng" userId="4f46ee3d-74b6-4475-bf09-c95ccd3ea1b3" providerId="ADAL" clId="{B49B2F8D-98F2-4EA3-A1B4-11DD63CA80F4}" dt="2025-03-10T06:34:22.738" v="37" actId="6264"/>
          <ac:spMkLst>
            <pc:docMk/>
            <pc:sldMk cId="517663243" sldId="373"/>
            <ac:spMk id="4" creationId="{2B6201D2-8BDE-DA58-8DBA-E9BFD38006B4}"/>
          </ac:spMkLst>
        </pc:spChg>
        <pc:spChg chg="add del mod">
          <ac:chgData name="Shuojie Feng" userId="4f46ee3d-74b6-4475-bf09-c95ccd3ea1b3" providerId="ADAL" clId="{B49B2F8D-98F2-4EA3-A1B4-11DD63CA80F4}" dt="2025-03-10T06:34:22.738" v="37" actId="6264"/>
          <ac:spMkLst>
            <pc:docMk/>
            <pc:sldMk cId="517663243" sldId="373"/>
            <ac:spMk id="5" creationId="{23895393-CE2D-D428-DAEA-09717847A95D}"/>
          </ac:spMkLst>
        </pc:spChg>
        <pc:spChg chg="add del mod">
          <ac:chgData name="Shuojie Feng" userId="4f46ee3d-74b6-4475-bf09-c95ccd3ea1b3" providerId="ADAL" clId="{B49B2F8D-98F2-4EA3-A1B4-11DD63CA80F4}" dt="2025-03-10T06:34:22.738" v="37" actId="6264"/>
          <ac:spMkLst>
            <pc:docMk/>
            <pc:sldMk cId="517663243" sldId="373"/>
            <ac:spMk id="7" creationId="{C0F28F34-8659-CCF7-99EF-80FDEA1BE8AE}"/>
          </ac:spMkLst>
        </pc:spChg>
        <pc:spChg chg="add del mod">
          <ac:chgData name="Shuojie Feng" userId="4f46ee3d-74b6-4475-bf09-c95ccd3ea1b3" providerId="ADAL" clId="{B49B2F8D-98F2-4EA3-A1B4-11DD63CA80F4}" dt="2025-03-10T06:34:29.506" v="40" actId="6264"/>
          <ac:spMkLst>
            <pc:docMk/>
            <pc:sldMk cId="517663243" sldId="373"/>
            <ac:spMk id="8" creationId="{9C708A41-A31C-A15D-AEA0-7C2EA97A1516}"/>
          </ac:spMkLst>
        </pc:spChg>
        <pc:spChg chg="add del mod">
          <ac:chgData name="Shuojie Feng" userId="4f46ee3d-74b6-4475-bf09-c95ccd3ea1b3" providerId="ADAL" clId="{B49B2F8D-98F2-4EA3-A1B4-11DD63CA80F4}" dt="2025-03-10T06:34:29.506" v="40" actId="6264"/>
          <ac:spMkLst>
            <pc:docMk/>
            <pc:sldMk cId="517663243" sldId="373"/>
            <ac:spMk id="9" creationId="{99CEF9DA-3938-3938-01CB-235DFD1EB022}"/>
          </ac:spMkLst>
        </pc:spChg>
        <pc:spChg chg="add del mod">
          <ac:chgData name="Shuojie Feng" userId="4f46ee3d-74b6-4475-bf09-c95ccd3ea1b3" providerId="ADAL" clId="{B49B2F8D-98F2-4EA3-A1B4-11DD63CA80F4}" dt="2025-03-10T06:34:29.506" v="40" actId="6264"/>
          <ac:spMkLst>
            <pc:docMk/>
            <pc:sldMk cId="517663243" sldId="373"/>
            <ac:spMk id="10" creationId="{96B8898E-21E5-9726-6630-0CBED371AFCA}"/>
          </ac:spMkLst>
        </pc:spChg>
        <pc:spChg chg="add del mod">
          <ac:chgData name="Shuojie Feng" userId="4f46ee3d-74b6-4475-bf09-c95ccd3ea1b3" providerId="ADAL" clId="{B49B2F8D-98F2-4EA3-A1B4-11DD63CA80F4}" dt="2025-03-10T06:34:32.728" v="41" actId="6264"/>
          <ac:spMkLst>
            <pc:docMk/>
            <pc:sldMk cId="517663243" sldId="373"/>
            <ac:spMk id="11" creationId="{EAF8000A-617A-54A8-25B2-FCCF707FC6BC}"/>
          </ac:spMkLst>
        </pc:spChg>
        <pc:spChg chg="add del mod">
          <ac:chgData name="Shuojie Feng" userId="4f46ee3d-74b6-4475-bf09-c95ccd3ea1b3" providerId="ADAL" clId="{B49B2F8D-98F2-4EA3-A1B4-11DD63CA80F4}" dt="2025-03-10T06:34:32.728" v="41" actId="6264"/>
          <ac:spMkLst>
            <pc:docMk/>
            <pc:sldMk cId="517663243" sldId="373"/>
            <ac:spMk id="12" creationId="{34D8C3F7-60A0-1003-6524-5A0296780128}"/>
          </ac:spMkLst>
        </pc:spChg>
        <pc:spChg chg="add del mod">
          <ac:chgData name="Shuojie Feng" userId="4f46ee3d-74b6-4475-bf09-c95ccd3ea1b3" providerId="ADAL" clId="{B49B2F8D-98F2-4EA3-A1B4-11DD63CA80F4}" dt="2025-03-10T06:34:32.728" v="41" actId="6264"/>
          <ac:spMkLst>
            <pc:docMk/>
            <pc:sldMk cId="517663243" sldId="373"/>
            <ac:spMk id="13" creationId="{0EDDDFCE-06CC-7FF2-EC56-7A0D9275E4CB}"/>
          </ac:spMkLst>
        </pc:spChg>
        <pc:picChg chg="mod ord">
          <ac:chgData name="Shuojie Feng" userId="4f46ee3d-74b6-4475-bf09-c95ccd3ea1b3" providerId="ADAL" clId="{B49B2F8D-98F2-4EA3-A1B4-11DD63CA80F4}" dt="2025-03-10T06:34:32.728" v="41" actId="6264"/>
          <ac:picMkLst>
            <pc:docMk/>
            <pc:sldMk cId="517663243" sldId="373"/>
            <ac:picMk id="6" creationId="{327C52FA-1890-DE05-4462-FBBE6A11048E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38.123" v="43" actId="6264"/>
        <pc:sldMkLst>
          <pc:docMk/>
          <pc:sldMk cId="2036958596" sldId="376"/>
        </pc:sldMkLst>
        <pc:spChg chg="mod ord">
          <ac:chgData name="Shuojie Feng" userId="4f46ee3d-74b6-4475-bf09-c95ccd3ea1b3" providerId="ADAL" clId="{B49B2F8D-98F2-4EA3-A1B4-11DD63CA80F4}" dt="2025-03-10T06:34:38.123" v="43" actId="6264"/>
          <ac:spMkLst>
            <pc:docMk/>
            <pc:sldMk cId="2036958596" sldId="376"/>
            <ac:spMk id="2" creationId="{16D1893A-DF1D-7DD3-0C05-8A427767EFAA}"/>
          </ac:spMkLst>
        </pc:spChg>
        <pc:spChg chg="mod ord">
          <ac:chgData name="Shuojie Feng" userId="4f46ee3d-74b6-4475-bf09-c95ccd3ea1b3" providerId="ADAL" clId="{B49B2F8D-98F2-4EA3-A1B4-11DD63CA80F4}" dt="2025-03-10T06:34:38.123" v="43" actId="6264"/>
          <ac:spMkLst>
            <pc:docMk/>
            <pc:sldMk cId="2036958596" sldId="376"/>
            <ac:spMk id="3" creationId="{663A7D0E-5B93-72F4-4F9F-244480212DEA}"/>
          </ac:spMkLst>
        </pc:spChg>
        <pc:spChg chg="add del mod">
          <ac:chgData name="Shuojie Feng" userId="4f46ee3d-74b6-4475-bf09-c95ccd3ea1b3" providerId="ADAL" clId="{B49B2F8D-98F2-4EA3-A1B4-11DD63CA80F4}" dt="2025-03-10T06:34:38.123" v="43" actId="6264"/>
          <ac:spMkLst>
            <pc:docMk/>
            <pc:sldMk cId="2036958596" sldId="376"/>
            <ac:spMk id="4" creationId="{59EA2FE2-59E7-D234-A4D0-2ACA23589A91}"/>
          </ac:spMkLst>
        </pc:spChg>
        <pc:spChg chg="add del mod">
          <ac:chgData name="Shuojie Feng" userId="4f46ee3d-74b6-4475-bf09-c95ccd3ea1b3" providerId="ADAL" clId="{B49B2F8D-98F2-4EA3-A1B4-11DD63CA80F4}" dt="2025-03-10T06:34:38.123" v="43" actId="6264"/>
          <ac:spMkLst>
            <pc:docMk/>
            <pc:sldMk cId="2036958596" sldId="376"/>
            <ac:spMk id="5" creationId="{ECAE5B51-328A-4D45-21F3-D4DF874FB7E4}"/>
          </ac:spMkLst>
        </pc:spChg>
        <pc:spChg chg="add del mod">
          <ac:chgData name="Shuojie Feng" userId="4f46ee3d-74b6-4475-bf09-c95ccd3ea1b3" providerId="ADAL" clId="{B49B2F8D-98F2-4EA3-A1B4-11DD63CA80F4}" dt="2025-03-10T06:34:38.123" v="43" actId="6264"/>
          <ac:spMkLst>
            <pc:docMk/>
            <pc:sldMk cId="2036958596" sldId="376"/>
            <ac:spMk id="7" creationId="{2EE330B2-DCDD-C90A-5C90-5361D4129142}"/>
          </ac:spMkLst>
        </pc:spChg>
        <pc:picChg chg="mod ord">
          <ac:chgData name="Shuojie Feng" userId="4f46ee3d-74b6-4475-bf09-c95ccd3ea1b3" providerId="ADAL" clId="{B49B2F8D-98F2-4EA3-A1B4-11DD63CA80F4}" dt="2025-03-10T06:34:38.123" v="43" actId="6264"/>
          <ac:picMkLst>
            <pc:docMk/>
            <pc:sldMk cId="2036958596" sldId="376"/>
            <ac:picMk id="6" creationId="{7D661F13-2151-CD4F-DC7F-77A3077BD5B8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3:09.487" v="13" actId="6264"/>
        <pc:sldMkLst>
          <pc:docMk/>
          <pc:sldMk cId="3029364494" sldId="380"/>
        </pc:sldMkLst>
        <pc:spChg chg="add del mod">
          <ac:chgData name="Shuojie Feng" userId="4f46ee3d-74b6-4475-bf09-c95ccd3ea1b3" providerId="ADAL" clId="{B49B2F8D-98F2-4EA3-A1B4-11DD63CA80F4}" dt="2025-03-10T06:33:09.487" v="13" actId="6264"/>
          <ac:spMkLst>
            <pc:docMk/>
            <pc:sldMk cId="3029364494" sldId="380"/>
            <ac:spMk id="2" creationId="{C28858E0-FDF1-3F30-87B6-440B163DD5DC}"/>
          </ac:spMkLst>
        </pc:spChg>
        <pc:spChg chg="mod ord">
          <ac:chgData name="Shuojie Feng" userId="4f46ee3d-74b6-4475-bf09-c95ccd3ea1b3" providerId="ADAL" clId="{B49B2F8D-98F2-4EA3-A1B4-11DD63CA80F4}" dt="2025-03-10T06:33:09.487" v="13" actId="6264"/>
          <ac:spMkLst>
            <pc:docMk/>
            <pc:sldMk cId="3029364494" sldId="380"/>
            <ac:spMk id="3" creationId="{19C65FA8-076F-597A-68FF-7BDFA2AE2366}"/>
          </ac:spMkLst>
        </pc:spChg>
        <pc:spChg chg="mod ord">
          <ac:chgData name="Shuojie Feng" userId="4f46ee3d-74b6-4475-bf09-c95ccd3ea1b3" providerId="ADAL" clId="{B49B2F8D-98F2-4EA3-A1B4-11DD63CA80F4}" dt="2025-03-10T06:33:09.487" v="13" actId="6264"/>
          <ac:spMkLst>
            <pc:docMk/>
            <pc:sldMk cId="3029364494" sldId="380"/>
            <ac:spMk id="4" creationId="{E4A7428F-8074-BDCD-5B9D-C0ADA88E453E}"/>
          </ac:spMkLst>
        </pc:spChg>
        <pc:spChg chg="add del mod">
          <ac:chgData name="Shuojie Feng" userId="4f46ee3d-74b6-4475-bf09-c95ccd3ea1b3" providerId="ADAL" clId="{B49B2F8D-98F2-4EA3-A1B4-11DD63CA80F4}" dt="2025-03-10T06:33:09.487" v="13" actId="6264"/>
          <ac:spMkLst>
            <pc:docMk/>
            <pc:sldMk cId="3029364494" sldId="380"/>
            <ac:spMk id="5" creationId="{AD920EC1-2052-D641-CD92-E950859889E8}"/>
          </ac:spMkLst>
        </pc:spChg>
        <pc:spChg chg="add del mod">
          <ac:chgData name="Shuojie Feng" userId="4f46ee3d-74b6-4475-bf09-c95ccd3ea1b3" providerId="ADAL" clId="{B49B2F8D-98F2-4EA3-A1B4-11DD63CA80F4}" dt="2025-03-10T06:33:09.487" v="13" actId="6264"/>
          <ac:spMkLst>
            <pc:docMk/>
            <pc:sldMk cId="3029364494" sldId="380"/>
            <ac:spMk id="7" creationId="{2BB1A83F-3F5B-F763-A8EF-5CC6E729974A}"/>
          </ac:spMkLst>
        </pc:spChg>
        <pc:picChg chg="mod ord">
          <ac:chgData name="Shuojie Feng" userId="4f46ee3d-74b6-4475-bf09-c95ccd3ea1b3" providerId="ADAL" clId="{B49B2F8D-98F2-4EA3-A1B4-11DD63CA80F4}" dt="2025-03-10T06:33:09.487" v="13" actId="6264"/>
          <ac:picMkLst>
            <pc:docMk/>
            <pc:sldMk cId="3029364494" sldId="380"/>
            <ac:picMk id="6" creationId="{57469F2E-FF15-8D1A-5C41-5332168C672D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44.081" v="45" actId="6264"/>
        <pc:sldMkLst>
          <pc:docMk/>
          <pc:sldMk cId="660898480" sldId="381"/>
        </pc:sldMkLst>
        <pc:spChg chg="add del mod">
          <ac:chgData name="Shuojie Feng" userId="4f46ee3d-74b6-4475-bf09-c95ccd3ea1b3" providerId="ADAL" clId="{B49B2F8D-98F2-4EA3-A1B4-11DD63CA80F4}" dt="2025-03-10T06:34:44.081" v="45" actId="6264"/>
          <ac:spMkLst>
            <pc:docMk/>
            <pc:sldMk cId="660898480" sldId="381"/>
            <ac:spMk id="2" creationId="{0A87CBB6-CDF1-DDC6-0F0E-5FBC7B8F2D43}"/>
          </ac:spMkLst>
        </pc:spChg>
        <pc:spChg chg="mod ord">
          <ac:chgData name="Shuojie Feng" userId="4f46ee3d-74b6-4475-bf09-c95ccd3ea1b3" providerId="ADAL" clId="{B49B2F8D-98F2-4EA3-A1B4-11DD63CA80F4}" dt="2025-03-10T06:34:44.081" v="45" actId="6264"/>
          <ac:spMkLst>
            <pc:docMk/>
            <pc:sldMk cId="660898480" sldId="381"/>
            <ac:spMk id="3" creationId="{0C0FB4AB-7EBB-ED7D-2267-A21053E48040}"/>
          </ac:spMkLst>
        </pc:spChg>
        <pc:spChg chg="add del mod">
          <ac:chgData name="Shuojie Feng" userId="4f46ee3d-74b6-4475-bf09-c95ccd3ea1b3" providerId="ADAL" clId="{B49B2F8D-98F2-4EA3-A1B4-11DD63CA80F4}" dt="2025-03-10T06:34:44.081" v="45" actId="6264"/>
          <ac:spMkLst>
            <pc:docMk/>
            <pc:sldMk cId="660898480" sldId="381"/>
            <ac:spMk id="4" creationId="{6F261098-968D-6088-4B7D-4439E3490D39}"/>
          </ac:spMkLst>
        </pc:spChg>
        <pc:picChg chg="mod ord">
          <ac:chgData name="Shuojie Feng" userId="4f46ee3d-74b6-4475-bf09-c95ccd3ea1b3" providerId="ADAL" clId="{B49B2F8D-98F2-4EA3-A1B4-11DD63CA80F4}" dt="2025-03-10T06:34:44.081" v="45" actId="6264"/>
          <ac:picMkLst>
            <pc:docMk/>
            <pc:sldMk cId="660898480" sldId="381"/>
            <ac:picMk id="5" creationId="{4EA95DD8-B657-C933-39F5-E72964936E4A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3:14.015" v="15" actId="6264"/>
        <pc:sldMkLst>
          <pc:docMk/>
          <pc:sldMk cId="3480926223" sldId="391"/>
        </pc:sldMkLst>
        <pc:spChg chg="add del mo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2" creationId="{449A0FD1-1CE8-FB14-EFD8-3EC846834467}"/>
          </ac:spMkLst>
        </pc:spChg>
        <pc:spChg chg="add del mo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3" creationId="{FA485FBD-9168-AB57-5934-A21664D552B0}"/>
          </ac:spMkLst>
        </pc:spChg>
        <pc:spChg chg="mod or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5" creationId="{71149BD4-0FBE-5334-8A1C-D1B7D4FDE6C0}"/>
          </ac:spMkLst>
        </pc:spChg>
        <pc:spChg chg="mod or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6" creationId="{F4ACD4C9-1C3C-B1EE-80F1-6FF10A71E494}"/>
          </ac:spMkLst>
        </pc:spChg>
        <pc:spChg chg="mod or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7" creationId="{66F5DAC4-DD52-DCB0-027D-890769EDB612}"/>
          </ac:spMkLst>
        </pc:spChg>
        <pc:spChg chg="mod or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8" creationId="{861A3310-ADB7-CB2A-2029-D749C4DE6D2D}"/>
          </ac:spMkLst>
        </pc:spChg>
        <pc:spChg chg="mod or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9" creationId="{7364A256-1422-8396-E76B-BE5EBDE9B792}"/>
          </ac:spMkLst>
        </pc:spChg>
        <pc:spChg chg="mod ord">
          <ac:chgData name="Shuojie Feng" userId="4f46ee3d-74b6-4475-bf09-c95ccd3ea1b3" providerId="ADAL" clId="{B49B2F8D-98F2-4EA3-A1B4-11DD63CA80F4}" dt="2025-03-09T18:15:54.259" v="6" actId="700"/>
          <ac:spMkLst>
            <pc:docMk/>
            <pc:sldMk cId="3480926223" sldId="391"/>
            <ac:spMk id="10" creationId="{A5B0A120-822A-44DD-517D-E4E610B43C16}"/>
          </ac:spMkLst>
        </pc:spChg>
        <pc:spChg chg="mod ord">
          <ac:chgData name="Shuojie Feng" userId="4f46ee3d-74b6-4475-bf09-c95ccd3ea1b3" providerId="ADAL" clId="{B49B2F8D-98F2-4EA3-A1B4-11DD63CA80F4}" dt="2025-03-09T18:15:54.259" v="6" actId="700"/>
          <ac:spMkLst>
            <pc:docMk/>
            <pc:sldMk cId="3480926223" sldId="391"/>
            <ac:spMk id="11" creationId="{509F59E8-F2FE-8FB7-B08C-635E43426FD1}"/>
          </ac:spMkLst>
        </pc:spChg>
        <pc:spChg chg="add del mo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18" creationId="{05129D03-0CAB-4974-1968-48C2DCEC6591}"/>
          </ac:spMkLst>
        </pc:spChg>
        <pc:spChg chg="add del mo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20" creationId="{F3B92765-93B2-1463-CAA1-7524F3FCB954}"/>
          </ac:spMkLst>
        </pc:spChg>
        <pc:spChg chg="add del mod">
          <ac:chgData name="Shuojie Feng" userId="4f46ee3d-74b6-4475-bf09-c95ccd3ea1b3" providerId="ADAL" clId="{B49B2F8D-98F2-4EA3-A1B4-11DD63CA80F4}" dt="2025-03-10T06:33:14.015" v="15" actId="6264"/>
          <ac:spMkLst>
            <pc:docMk/>
            <pc:sldMk cId="3480926223" sldId="391"/>
            <ac:spMk id="21" creationId="{B034B2CF-4A0D-268D-7BA3-A038C1DA342F}"/>
          </ac:spMkLst>
        </pc:spChg>
        <pc:picChg chg="mod ord">
          <ac:chgData name="Shuojie Feng" userId="4f46ee3d-74b6-4475-bf09-c95ccd3ea1b3" providerId="ADAL" clId="{B49B2F8D-98F2-4EA3-A1B4-11DD63CA80F4}" dt="2025-03-09T18:15:54.259" v="6" actId="700"/>
          <ac:picMkLst>
            <pc:docMk/>
            <pc:sldMk cId="3480926223" sldId="391"/>
            <ac:picMk id="13" creationId="{4A833826-80CB-E37E-F87F-F9A659CCCC32}"/>
          </ac:picMkLst>
        </pc:picChg>
        <pc:picChg chg="mod ord">
          <ac:chgData name="Shuojie Feng" userId="4f46ee3d-74b6-4475-bf09-c95ccd3ea1b3" providerId="ADAL" clId="{B49B2F8D-98F2-4EA3-A1B4-11DD63CA80F4}" dt="2025-03-09T18:15:54.259" v="6" actId="700"/>
          <ac:picMkLst>
            <pc:docMk/>
            <pc:sldMk cId="3480926223" sldId="391"/>
            <ac:picMk id="15" creationId="{DE1B94D0-C433-BE19-1455-4D7F093A0C75}"/>
          </ac:picMkLst>
        </pc:picChg>
        <pc:picChg chg="mod ord">
          <ac:chgData name="Shuojie Feng" userId="4f46ee3d-74b6-4475-bf09-c95ccd3ea1b3" providerId="ADAL" clId="{B49B2F8D-98F2-4EA3-A1B4-11DD63CA80F4}" dt="2025-03-09T18:15:54.259" v="6" actId="700"/>
          <ac:picMkLst>
            <pc:docMk/>
            <pc:sldMk cId="3480926223" sldId="391"/>
            <ac:picMk id="17" creationId="{221B5842-2CFE-E10D-1C1D-F606D60904EE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3:18.053" v="17" actId="6264"/>
        <pc:sldMkLst>
          <pc:docMk/>
          <pc:sldMk cId="1480692249" sldId="392"/>
        </pc:sldMkLst>
        <pc:spChg chg="mod or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2" creationId="{FA84E01A-2585-BE14-CDEA-C2C6982E90F1}"/>
          </ac:spMkLst>
        </pc:spChg>
        <pc:spChg chg="mod or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3" creationId="{CFDA5392-14D3-A360-92B3-D2552F9CE0A5}"/>
          </ac:spMkLst>
        </pc:spChg>
        <pc:spChg chg="mod ord">
          <ac:chgData name="Shuojie Feng" userId="4f46ee3d-74b6-4475-bf09-c95ccd3ea1b3" providerId="ADAL" clId="{B49B2F8D-98F2-4EA3-A1B4-11DD63CA80F4}" dt="2025-03-09T18:16:01.827" v="7" actId="700"/>
          <ac:spMkLst>
            <pc:docMk/>
            <pc:sldMk cId="1480692249" sldId="392"/>
            <ac:spMk id="4" creationId="{7A14515E-0286-13E0-AD84-9C03D11FD33C}"/>
          </ac:spMkLst>
        </pc:spChg>
        <pc:spChg chg="mod ord">
          <ac:chgData name="Shuojie Feng" userId="4f46ee3d-74b6-4475-bf09-c95ccd3ea1b3" providerId="ADAL" clId="{B49B2F8D-98F2-4EA3-A1B4-11DD63CA80F4}" dt="2025-03-09T18:16:01.827" v="7" actId="700"/>
          <ac:spMkLst>
            <pc:docMk/>
            <pc:sldMk cId="1480692249" sldId="392"/>
            <ac:spMk id="5" creationId="{2098CE55-CE4B-1A71-134D-B30C6033A347}"/>
          </ac:spMkLst>
        </pc:spChg>
        <pc:spChg chg="mod or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6" creationId="{E29A99A9-A761-19E8-D1E9-C8B9DB7F7A8F}"/>
          </ac:spMkLst>
        </pc:spChg>
        <pc:spChg chg="mod or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7" creationId="{5A0E261A-06BB-800D-021F-CA9D3BE95C07}"/>
          </ac:spMkLst>
        </pc:spChg>
        <pc:spChg chg="mod ord">
          <ac:chgData name="Shuojie Feng" userId="4f46ee3d-74b6-4475-bf09-c95ccd3ea1b3" providerId="ADAL" clId="{B49B2F8D-98F2-4EA3-A1B4-11DD63CA80F4}" dt="2025-03-09T18:16:01.827" v="7" actId="700"/>
          <ac:spMkLst>
            <pc:docMk/>
            <pc:sldMk cId="1480692249" sldId="392"/>
            <ac:spMk id="8" creationId="{A818DA7C-129A-8E15-9C68-5B38913FA6B0}"/>
          </ac:spMkLst>
        </pc:spChg>
        <pc:spChg chg="mod ord">
          <ac:chgData name="Shuojie Feng" userId="4f46ee3d-74b6-4475-bf09-c95ccd3ea1b3" providerId="ADAL" clId="{B49B2F8D-98F2-4EA3-A1B4-11DD63CA80F4}" dt="2025-03-09T18:16:01.827" v="7" actId="700"/>
          <ac:spMkLst>
            <pc:docMk/>
            <pc:sldMk cId="1480692249" sldId="392"/>
            <ac:spMk id="9" creationId="{8A6A9C7D-E3EC-8B0D-7764-02424017C359}"/>
          </ac:spMkLst>
        </pc:spChg>
        <pc:spChg chg="mod or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10" creationId="{F660DA0F-150D-4907-C724-7CEB6F78AD86}"/>
          </ac:spMkLst>
        </pc:spChg>
        <pc:spChg chg="add del mo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12" creationId="{C5424C86-6E43-7B85-746D-CB9E2B490DBB}"/>
          </ac:spMkLst>
        </pc:spChg>
        <pc:spChg chg="add del mo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13" creationId="{C9BF1ABB-A5AD-EA31-1DA5-5A599E790CBD}"/>
          </ac:spMkLst>
        </pc:spChg>
        <pc:spChg chg="add del mo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15" creationId="{41189F3E-14FE-C383-2536-F518C3EBD898}"/>
          </ac:spMkLst>
        </pc:spChg>
        <pc:spChg chg="add del mo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18" creationId="{E8D9DECD-6F99-AFF9-74C0-16C250C1A9AA}"/>
          </ac:spMkLst>
        </pc:spChg>
        <pc:spChg chg="add del mod">
          <ac:chgData name="Shuojie Feng" userId="4f46ee3d-74b6-4475-bf09-c95ccd3ea1b3" providerId="ADAL" clId="{B49B2F8D-98F2-4EA3-A1B4-11DD63CA80F4}" dt="2025-03-10T06:33:18.053" v="17" actId="6264"/>
          <ac:spMkLst>
            <pc:docMk/>
            <pc:sldMk cId="1480692249" sldId="392"/>
            <ac:spMk id="19" creationId="{13B9A476-09D2-75EF-1E94-40E61BA050EF}"/>
          </ac:spMkLst>
        </pc:spChg>
      </pc:sldChg>
      <pc:sldChg chg="addSp delSp modSp mod chgLayout">
        <pc:chgData name="Shuojie Feng" userId="4f46ee3d-74b6-4475-bf09-c95ccd3ea1b3" providerId="ADAL" clId="{B49B2F8D-98F2-4EA3-A1B4-11DD63CA80F4}" dt="2025-03-10T06:33:27.441" v="21" actId="6264"/>
        <pc:sldMkLst>
          <pc:docMk/>
          <pc:sldMk cId="2557989569" sldId="393"/>
        </pc:sldMkLst>
        <pc:spChg chg="mod or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2" creationId="{770440AA-C247-9B0E-0138-59D98C512F1E}"/>
          </ac:spMkLst>
        </pc:spChg>
        <pc:spChg chg="add del mo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3" creationId="{CEF2A69E-23AB-7CF0-1278-F05E67A99A34}"/>
          </ac:spMkLst>
        </pc:spChg>
        <pc:spChg chg="add del mo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4" creationId="{66912C97-BA79-5B9A-99DD-FFA07A7192FE}"/>
          </ac:spMkLst>
        </pc:spChg>
        <pc:spChg chg="add del mo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5" creationId="{239B9097-C674-02FD-7984-257EB61D6104}"/>
          </ac:spMkLst>
        </pc:spChg>
        <pc:spChg chg="mod or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7" creationId="{78709000-FBCC-10CF-488D-A883106F888C}"/>
          </ac:spMkLst>
        </pc:spChg>
        <pc:spChg chg="mod or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8" creationId="{BD2CADB4-4B00-BEB9-96CA-9F9A9DB666D6}"/>
          </ac:spMkLst>
        </pc:spChg>
        <pc:spChg chg="mod or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9" creationId="{F8909374-0A1B-E9AF-A62D-645BECB712EF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2557989569" sldId="393"/>
            <ac:spMk id="10" creationId="{539EE458-9DF9-C8BF-1BDE-BFC410E3FF2C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2557989569" sldId="393"/>
            <ac:spMk id="11" creationId="{AF651256-540E-0771-7FA1-3938C2B54D73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2557989569" sldId="393"/>
            <ac:spMk id="12" creationId="{696CABC0-CB35-820A-604E-EAE385030B2A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2557989569" sldId="393"/>
            <ac:spMk id="13" creationId="{2796E9FE-E17D-36E6-7C88-CB8D0F5BB9AA}"/>
          </ac:spMkLst>
        </pc:spChg>
        <pc:spChg chg="mod or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14" creationId="{7D2D6BE2-1068-2A87-2884-76EC3F71F2A5}"/>
          </ac:spMkLst>
        </pc:spChg>
        <pc:spChg chg="add del mo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19" creationId="{BAFCF63D-E826-AE26-C638-8174C795F65B}"/>
          </ac:spMkLst>
        </pc:spChg>
        <pc:spChg chg="add del mod">
          <ac:chgData name="Shuojie Feng" userId="4f46ee3d-74b6-4475-bf09-c95ccd3ea1b3" providerId="ADAL" clId="{B49B2F8D-98F2-4EA3-A1B4-11DD63CA80F4}" dt="2025-03-10T06:33:27.441" v="21" actId="6264"/>
          <ac:spMkLst>
            <pc:docMk/>
            <pc:sldMk cId="2557989569" sldId="393"/>
            <ac:spMk id="24" creationId="{47D20F6F-6DF4-A0BC-5673-09BBAB801114}"/>
          </ac:spMkLst>
        </pc:spChg>
        <pc:picChg chg="mod">
          <ac:chgData name="Shuojie Feng" userId="4f46ee3d-74b6-4475-bf09-c95ccd3ea1b3" providerId="ADAL" clId="{B49B2F8D-98F2-4EA3-A1B4-11DD63CA80F4}" dt="2025-03-09T18:14:11.921" v="1"/>
          <ac:picMkLst>
            <pc:docMk/>
            <pc:sldMk cId="2557989569" sldId="393"/>
            <ac:picMk id="22" creationId="{08A5F688-AAE4-8F1E-0364-2ED6166E8AE4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19.638" v="35" actId="6264"/>
        <pc:sldMkLst>
          <pc:docMk/>
          <pc:sldMk cId="1641402621" sldId="394"/>
        </pc:sldMkLst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1641402621" sldId="394"/>
            <ac:spMk id="2" creationId="{E2CB49C4-FC7A-8BCB-7DC5-BD3EECC0A92C}"/>
          </ac:spMkLst>
        </pc:spChg>
        <pc:spChg chg="add del mo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3" creationId="{E1469678-B54B-33BC-D8CB-6B765371E129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1641402621" sldId="394"/>
            <ac:spMk id="4" creationId="{AE15009E-0C11-75CD-B7F1-D6B390495827}"/>
          </ac:spMkLst>
        </pc:spChg>
        <pc:spChg chg="mod or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5" creationId="{E1CEC497-BA41-D759-D0F7-EC62A4D42F31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1641402621" sldId="394"/>
            <ac:spMk id="6" creationId="{9DA22CEF-421E-A6A6-ECB4-2612EA3A23A4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1641402621" sldId="394"/>
            <ac:spMk id="7" creationId="{0ED94099-95E8-15D8-1853-398FB3EE3658}"/>
          </ac:spMkLst>
        </pc:spChg>
        <pc:spChg chg="mod or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8" creationId="{21C1E420-3479-335A-0C4A-9EA0FB5C93EE}"/>
          </ac:spMkLst>
        </pc:spChg>
        <pc:spChg chg="mod or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9" creationId="{9468D026-F39F-28BC-62CD-A87314298DCA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1641402621" sldId="394"/>
            <ac:spMk id="10" creationId="{A14D7915-4738-62D9-18BB-D068002D1F93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1641402621" sldId="394"/>
            <ac:spMk id="11" creationId="{23311576-1347-9A46-4CF4-5EC72E4F6F56}"/>
          </ac:spMkLst>
        </pc:spChg>
        <pc:spChg chg="add del mo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12" creationId="{9A7A7C36-4C2C-CC67-E2BA-73A015E7B283}"/>
          </ac:spMkLst>
        </pc:spChg>
        <pc:spChg chg="add del mo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14" creationId="{384200D1-376B-B3A0-7710-F3A32DD615F6}"/>
          </ac:spMkLst>
        </pc:spChg>
        <pc:spChg chg="add del mo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16" creationId="{907F75AB-0119-415A-1667-AA0B03FE6233}"/>
          </ac:spMkLst>
        </pc:spChg>
        <pc:spChg chg="add del mo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18" creationId="{8AF2EADF-322A-E69A-FABA-87F6CA0DB16D}"/>
          </ac:spMkLst>
        </pc:spChg>
        <pc:spChg chg="add del mo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19" creationId="{578EFB34-97A1-9D28-3AF7-4947734B7907}"/>
          </ac:spMkLst>
        </pc:spChg>
        <pc:spChg chg="add del mod">
          <ac:chgData name="Shuojie Feng" userId="4f46ee3d-74b6-4475-bf09-c95ccd3ea1b3" providerId="ADAL" clId="{B49B2F8D-98F2-4EA3-A1B4-11DD63CA80F4}" dt="2025-03-10T06:34:19.638" v="35" actId="6264"/>
          <ac:spMkLst>
            <pc:docMk/>
            <pc:sldMk cId="1641402621" sldId="394"/>
            <ac:spMk id="20" creationId="{DE3DC3A8-288F-3A93-64B6-CF9E7878C328}"/>
          </ac:spMkLst>
        </pc:spChg>
        <pc:picChg chg="mod">
          <ac:chgData name="Shuojie Feng" userId="4f46ee3d-74b6-4475-bf09-c95ccd3ea1b3" providerId="ADAL" clId="{B49B2F8D-98F2-4EA3-A1B4-11DD63CA80F4}" dt="2025-03-09T18:14:11.921" v="1"/>
          <ac:picMkLst>
            <pc:docMk/>
            <pc:sldMk cId="1641402621" sldId="394"/>
            <ac:picMk id="13" creationId="{B53F619D-4864-2762-897F-5A7F5B528779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4:40.260" v="44" actId="6264"/>
        <pc:sldMkLst>
          <pc:docMk/>
          <pc:sldMk cId="2942273986" sldId="395"/>
        </pc:sldMkLst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2942273986" sldId="395"/>
            <ac:spMk id="2" creationId="{8760C028-0252-4472-9630-911E31C0452F}"/>
          </ac:spMkLst>
        </pc:spChg>
        <pc:spChg chg="mod or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3" creationId="{9A47EDB9-A641-BB47-6B84-5B093BE0F8EE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2942273986" sldId="395"/>
            <ac:spMk id="4" creationId="{BBBB0DB3-26D3-A0EF-0432-72535E7F39BB}"/>
          </ac:spMkLst>
        </pc:spChg>
        <pc:spChg chg="mod or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5" creationId="{54ADCFBF-7A0C-0E6D-3794-DB7930F5FEBA}"/>
          </ac:spMkLst>
        </pc:spChg>
        <pc:spChg chg="mod or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6" creationId="{AD2F73A1-45B1-038E-B5E0-015C8B74DF5F}"/>
          </ac:spMkLst>
        </pc:spChg>
        <pc:spChg chg="mod or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7" creationId="{8F6E209A-E39B-355A-CA57-CB976767A75A}"/>
          </ac:spMkLst>
        </pc:spChg>
        <pc:spChg chg="mod or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8" creationId="{0B88896F-7054-08CD-74E4-1D3DD168C964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2942273986" sldId="395"/>
            <ac:spMk id="9" creationId="{6067E782-0EFC-0174-01B6-60E84068C2D6}"/>
          </ac:spMkLst>
        </pc:spChg>
        <pc:spChg chg="mod">
          <ac:chgData name="Shuojie Feng" userId="4f46ee3d-74b6-4475-bf09-c95ccd3ea1b3" providerId="ADAL" clId="{B49B2F8D-98F2-4EA3-A1B4-11DD63CA80F4}" dt="2025-03-09T18:14:11.921" v="1"/>
          <ac:spMkLst>
            <pc:docMk/>
            <pc:sldMk cId="2942273986" sldId="395"/>
            <ac:spMk id="10" creationId="{B1A5BFAD-1A24-0271-D8CA-762425E2D016}"/>
          </ac:spMkLst>
        </pc:spChg>
        <pc:spChg chg="add del mo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12" creationId="{057486FD-73AD-9127-E5BF-42A29226532F}"/>
          </ac:spMkLst>
        </pc:spChg>
        <pc:spChg chg="add del mo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17" creationId="{106BBEFD-5A31-C322-EC7E-899D97D0D91B}"/>
          </ac:spMkLst>
        </pc:spChg>
        <pc:spChg chg="add del mo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19" creationId="{EBA1E38E-2DE5-4E59-92BF-19F2DC4A94FC}"/>
          </ac:spMkLst>
        </pc:spChg>
        <pc:spChg chg="add del mo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24" creationId="{C5913DCA-3CA8-8DEF-32ED-FDC1577B8B5C}"/>
          </ac:spMkLst>
        </pc:spChg>
        <pc:spChg chg="add del mod">
          <ac:chgData name="Shuojie Feng" userId="4f46ee3d-74b6-4475-bf09-c95ccd3ea1b3" providerId="ADAL" clId="{B49B2F8D-98F2-4EA3-A1B4-11DD63CA80F4}" dt="2025-03-10T06:34:40.260" v="44" actId="6264"/>
          <ac:spMkLst>
            <pc:docMk/>
            <pc:sldMk cId="2942273986" sldId="395"/>
            <ac:spMk id="26" creationId="{94E78046-BE8B-666A-F154-BBA2D9DE3B19}"/>
          </ac:spMkLst>
        </pc:spChg>
        <pc:picChg chg="mod">
          <ac:chgData name="Shuojie Feng" userId="4f46ee3d-74b6-4475-bf09-c95ccd3ea1b3" providerId="ADAL" clId="{B49B2F8D-98F2-4EA3-A1B4-11DD63CA80F4}" dt="2025-03-09T18:14:11.921" v="1"/>
          <ac:picMkLst>
            <pc:docMk/>
            <pc:sldMk cId="2942273986" sldId="395"/>
            <ac:picMk id="16" creationId="{2D784751-E088-2165-89EE-071DC66E37A4}"/>
          </ac:picMkLst>
        </pc:picChg>
        <pc:picChg chg="mod">
          <ac:chgData name="Shuojie Feng" userId="4f46ee3d-74b6-4475-bf09-c95ccd3ea1b3" providerId="ADAL" clId="{B49B2F8D-98F2-4EA3-A1B4-11DD63CA80F4}" dt="2025-03-09T18:14:11.921" v="1"/>
          <ac:picMkLst>
            <pc:docMk/>
            <pc:sldMk cId="2942273986" sldId="395"/>
            <ac:picMk id="18" creationId="{A20CC4F2-A89A-80FD-2824-A387C8F6A9A0}"/>
          </ac:picMkLst>
        </pc:picChg>
        <pc:picChg chg="mod">
          <ac:chgData name="Shuojie Feng" userId="4f46ee3d-74b6-4475-bf09-c95ccd3ea1b3" providerId="ADAL" clId="{B49B2F8D-98F2-4EA3-A1B4-11DD63CA80F4}" dt="2025-03-09T18:14:11.921" v="1"/>
          <ac:picMkLst>
            <pc:docMk/>
            <pc:sldMk cId="2942273986" sldId="395"/>
            <ac:picMk id="20" creationId="{E2FD0FDD-074F-8B15-080E-30A017E7CDBC}"/>
          </ac:picMkLst>
        </pc:picChg>
        <pc:picChg chg="mod">
          <ac:chgData name="Shuojie Feng" userId="4f46ee3d-74b6-4475-bf09-c95ccd3ea1b3" providerId="ADAL" clId="{B49B2F8D-98F2-4EA3-A1B4-11DD63CA80F4}" dt="2025-03-09T18:14:11.921" v="1"/>
          <ac:picMkLst>
            <pc:docMk/>
            <pc:sldMk cId="2942273986" sldId="395"/>
            <ac:picMk id="22" creationId="{253C9F8E-F2F0-BD53-758F-E6BCDE160F62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3:07.727" v="12" actId="6264"/>
        <pc:sldMkLst>
          <pc:docMk/>
          <pc:sldMk cId="3656576612" sldId="397"/>
        </pc:sldMkLst>
        <pc:spChg chg="mod or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3" creationId="{64E5B9A5-654F-D10C-C72F-92F9B261CB60}"/>
          </ac:spMkLst>
        </pc:spChg>
        <pc:spChg chg="mod or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4" creationId="{F24B31C9-771F-A407-D89F-280DF73B2FEF}"/>
          </ac:spMkLst>
        </pc:spChg>
        <pc:spChg chg="mod or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6" creationId="{930E7F64-B964-8C53-CF09-F8CC256DCB1B}"/>
          </ac:spMkLst>
        </pc:spChg>
        <pc:spChg chg="mod or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8" creationId="{1FF48E63-DF4C-5288-C8FE-B465284EA825}"/>
          </ac:spMkLst>
        </pc:spChg>
        <pc:spChg chg="mod ord">
          <ac:chgData name="Shuojie Feng" userId="4f46ee3d-74b6-4475-bf09-c95ccd3ea1b3" providerId="ADAL" clId="{B49B2F8D-98F2-4EA3-A1B4-11DD63CA80F4}" dt="2025-03-09T18:15:36.021" v="3" actId="700"/>
          <ac:spMkLst>
            <pc:docMk/>
            <pc:sldMk cId="3656576612" sldId="397"/>
            <ac:spMk id="10" creationId="{44926C95-B877-91A7-C35C-D42E894A714C}"/>
          </ac:spMkLst>
        </pc:spChg>
        <pc:spChg chg="mod or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11" creationId="{1892148A-47C2-00A7-9F32-9193CDAA3EDE}"/>
          </ac:spMkLst>
        </pc:spChg>
        <pc:spChg chg="mod ord">
          <ac:chgData name="Shuojie Feng" userId="4f46ee3d-74b6-4475-bf09-c95ccd3ea1b3" providerId="ADAL" clId="{B49B2F8D-98F2-4EA3-A1B4-11DD63CA80F4}" dt="2025-03-09T18:15:36.021" v="3" actId="700"/>
          <ac:spMkLst>
            <pc:docMk/>
            <pc:sldMk cId="3656576612" sldId="397"/>
            <ac:spMk id="12" creationId="{8CCE4395-2732-DD6C-B289-143F90EC99FA}"/>
          </ac:spMkLst>
        </pc:spChg>
        <pc:spChg chg="mod ord">
          <ac:chgData name="Shuojie Feng" userId="4f46ee3d-74b6-4475-bf09-c95ccd3ea1b3" providerId="ADAL" clId="{B49B2F8D-98F2-4EA3-A1B4-11DD63CA80F4}" dt="2025-03-09T18:15:36.021" v="3" actId="700"/>
          <ac:spMkLst>
            <pc:docMk/>
            <pc:sldMk cId="3656576612" sldId="397"/>
            <ac:spMk id="13" creationId="{8F99EFA3-031E-E36A-8AD1-8C56185D1B2F}"/>
          </ac:spMkLst>
        </pc:spChg>
        <pc:spChg chg="mod ord">
          <ac:chgData name="Shuojie Feng" userId="4f46ee3d-74b6-4475-bf09-c95ccd3ea1b3" providerId="ADAL" clId="{B49B2F8D-98F2-4EA3-A1B4-11DD63CA80F4}" dt="2025-03-09T18:15:36.021" v="3" actId="700"/>
          <ac:spMkLst>
            <pc:docMk/>
            <pc:sldMk cId="3656576612" sldId="397"/>
            <ac:spMk id="14" creationId="{C2D00FDD-9F14-449E-3CD7-6B5341C37C94}"/>
          </ac:spMkLst>
        </pc:spChg>
        <pc:spChg chg="mod ord">
          <ac:chgData name="Shuojie Feng" userId="4f46ee3d-74b6-4475-bf09-c95ccd3ea1b3" providerId="ADAL" clId="{B49B2F8D-98F2-4EA3-A1B4-11DD63CA80F4}" dt="2025-03-09T18:15:36.021" v="3" actId="700"/>
          <ac:spMkLst>
            <pc:docMk/>
            <pc:sldMk cId="3656576612" sldId="397"/>
            <ac:spMk id="18" creationId="{61893011-B4F2-675B-6ABD-AB8CFD0E5219}"/>
          </ac:spMkLst>
        </pc:spChg>
        <pc:spChg chg="mod or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19" creationId="{233AB34C-AC52-A4BF-66C8-5517AA5B1484}"/>
          </ac:spMkLst>
        </pc:spChg>
        <pc:spChg chg="mod ord">
          <ac:chgData name="Shuojie Feng" userId="4f46ee3d-74b6-4475-bf09-c95ccd3ea1b3" providerId="ADAL" clId="{B49B2F8D-98F2-4EA3-A1B4-11DD63CA80F4}" dt="2025-03-09T18:15:36.021" v="3" actId="700"/>
          <ac:spMkLst>
            <pc:docMk/>
            <pc:sldMk cId="3656576612" sldId="397"/>
            <ac:spMk id="20" creationId="{E119D6F8-1848-56DE-40BE-052E4802C19F}"/>
          </ac:spMkLst>
        </pc:spChg>
        <pc:spChg chg="add del mo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22" creationId="{1F02ADC0-0099-67F6-F08A-0029B2577699}"/>
          </ac:spMkLst>
        </pc:spChg>
        <pc:spChg chg="add del mo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32" creationId="{2971C787-3522-FE7B-6225-DE8C9753B9CB}"/>
          </ac:spMkLst>
        </pc:spChg>
        <pc:spChg chg="add del mo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33" creationId="{F4FF6A71-C7CC-D39B-86E1-368A658659F3}"/>
          </ac:spMkLst>
        </pc:spChg>
        <pc:spChg chg="add del mod">
          <ac:chgData name="Shuojie Feng" userId="4f46ee3d-74b6-4475-bf09-c95ccd3ea1b3" providerId="ADAL" clId="{B49B2F8D-98F2-4EA3-A1B4-11DD63CA80F4}" dt="2025-03-10T06:33:07.727" v="12" actId="6264"/>
          <ac:spMkLst>
            <pc:docMk/>
            <pc:sldMk cId="3656576612" sldId="397"/>
            <ac:spMk id="37" creationId="{4B97D513-A6D7-AA78-BCCC-59B16953F273}"/>
          </ac:spMkLst>
        </pc:spChg>
      </pc:sldChg>
      <pc:sldChg chg="addSp delSp modSp mod chgLayout">
        <pc:chgData name="Shuojie Feng" userId="4f46ee3d-74b6-4475-bf09-c95ccd3ea1b3" providerId="ADAL" clId="{B49B2F8D-98F2-4EA3-A1B4-11DD63CA80F4}" dt="2025-03-10T06:33:20.195" v="18" actId="6264"/>
        <pc:sldMkLst>
          <pc:docMk/>
          <pc:sldMk cId="3999775115" sldId="398"/>
        </pc:sldMkLst>
        <pc:spChg chg="mod ord">
          <ac:chgData name="Shuojie Feng" userId="4f46ee3d-74b6-4475-bf09-c95ccd3ea1b3" providerId="ADAL" clId="{B49B2F8D-98F2-4EA3-A1B4-11DD63CA80F4}" dt="2025-03-10T06:33:20.195" v="18" actId="6264"/>
          <ac:spMkLst>
            <pc:docMk/>
            <pc:sldMk cId="3999775115" sldId="398"/>
            <ac:spMk id="2" creationId="{E4635989-D16D-49E3-0B23-EF6D950B53E1}"/>
          </ac:spMkLst>
        </pc:spChg>
        <pc:spChg chg="mod ord">
          <ac:chgData name="Shuojie Feng" userId="4f46ee3d-74b6-4475-bf09-c95ccd3ea1b3" providerId="ADAL" clId="{B49B2F8D-98F2-4EA3-A1B4-11DD63CA80F4}" dt="2025-03-10T06:33:20.195" v="18" actId="6264"/>
          <ac:spMkLst>
            <pc:docMk/>
            <pc:sldMk cId="3999775115" sldId="398"/>
            <ac:spMk id="3" creationId="{01CC583E-C6DE-280C-5CB1-CCFC8F4CD04E}"/>
          </ac:spMkLst>
        </pc:spChg>
        <pc:spChg chg="add del mod">
          <ac:chgData name="Shuojie Feng" userId="4f46ee3d-74b6-4475-bf09-c95ccd3ea1b3" providerId="ADAL" clId="{B49B2F8D-98F2-4EA3-A1B4-11DD63CA80F4}" dt="2025-03-10T06:33:20.195" v="18" actId="6264"/>
          <ac:spMkLst>
            <pc:docMk/>
            <pc:sldMk cId="3999775115" sldId="398"/>
            <ac:spMk id="4" creationId="{135EF74D-6E4B-4D67-A79C-BB4FCAB8CDDF}"/>
          </ac:spMkLst>
        </pc:spChg>
        <pc:spChg chg="add del mod">
          <ac:chgData name="Shuojie Feng" userId="4f46ee3d-74b6-4475-bf09-c95ccd3ea1b3" providerId="ADAL" clId="{B49B2F8D-98F2-4EA3-A1B4-11DD63CA80F4}" dt="2025-03-10T06:33:20.195" v="18" actId="6264"/>
          <ac:spMkLst>
            <pc:docMk/>
            <pc:sldMk cId="3999775115" sldId="398"/>
            <ac:spMk id="5" creationId="{E870ABBD-DBA4-B8BF-2C4D-D58A13A3311A}"/>
          </ac:spMkLst>
        </pc:spChg>
        <pc:spChg chg="add del mod">
          <ac:chgData name="Shuojie Feng" userId="4f46ee3d-74b6-4475-bf09-c95ccd3ea1b3" providerId="ADAL" clId="{B49B2F8D-98F2-4EA3-A1B4-11DD63CA80F4}" dt="2025-03-10T06:33:20.195" v="18" actId="6264"/>
          <ac:spMkLst>
            <pc:docMk/>
            <pc:sldMk cId="3999775115" sldId="398"/>
            <ac:spMk id="7" creationId="{D8C2C093-A0DE-B2F8-EFD4-728302368EFE}"/>
          </ac:spMkLst>
        </pc:spChg>
        <pc:picChg chg="mod ord">
          <ac:chgData name="Shuojie Feng" userId="4f46ee3d-74b6-4475-bf09-c95ccd3ea1b3" providerId="ADAL" clId="{B49B2F8D-98F2-4EA3-A1B4-11DD63CA80F4}" dt="2025-03-10T06:33:20.195" v="18" actId="6264"/>
          <ac:picMkLst>
            <pc:docMk/>
            <pc:sldMk cId="3999775115" sldId="398"/>
            <ac:picMk id="6" creationId="{DC2B93C7-00B2-30B3-AB94-2985B49D60C1}"/>
          </ac:picMkLst>
        </pc:picChg>
      </pc:sldChg>
      <pc:sldChg chg="addSp delSp modSp mod chgLayout">
        <pc:chgData name="Shuojie Feng" userId="4f46ee3d-74b6-4475-bf09-c95ccd3ea1b3" providerId="ADAL" clId="{B49B2F8D-98F2-4EA3-A1B4-11DD63CA80F4}" dt="2025-03-10T06:33:05.237" v="11" actId="6264"/>
        <pc:sldMkLst>
          <pc:docMk/>
          <pc:sldMk cId="2274281614" sldId="399"/>
        </pc:sldMkLst>
        <pc:spChg chg="mod ord">
          <ac:chgData name="Shuojie Feng" userId="4f46ee3d-74b6-4475-bf09-c95ccd3ea1b3" providerId="ADAL" clId="{B49B2F8D-98F2-4EA3-A1B4-11DD63CA80F4}" dt="2025-03-10T06:33:05.237" v="11" actId="6264"/>
          <ac:spMkLst>
            <pc:docMk/>
            <pc:sldMk cId="2274281614" sldId="399"/>
            <ac:spMk id="2" creationId="{20D3872E-D8F0-BF64-FC5F-317F5A47DBCD}"/>
          </ac:spMkLst>
        </pc:spChg>
        <pc:spChg chg="mod ord">
          <ac:chgData name="Shuojie Feng" userId="4f46ee3d-74b6-4475-bf09-c95ccd3ea1b3" providerId="ADAL" clId="{B49B2F8D-98F2-4EA3-A1B4-11DD63CA80F4}" dt="2025-03-10T06:33:05.237" v="11" actId="6264"/>
          <ac:spMkLst>
            <pc:docMk/>
            <pc:sldMk cId="2274281614" sldId="399"/>
            <ac:spMk id="3" creationId="{DEB480B4-3B70-1D3F-43D1-F14B9904D8BF}"/>
          </ac:spMkLst>
        </pc:spChg>
        <pc:spChg chg="add del mod">
          <ac:chgData name="Shuojie Feng" userId="4f46ee3d-74b6-4475-bf09-c95ccd3ea1b3" providerId="ADAL" clId="{B49B2F8D-98F2-4EA3-A1B4-11DD63CA80F4}" dt="2025-03-10T06:33:05.237" v="11" actId="6264"/>
          <ac:spMkLst>
            <pc:docMk/>
            <pc:sldMk cId="2274281614" sldId="399"/>
            <ac:spMk id="4" creationId="{B6939176-8AB7-8803-966C-1366EA6750DF}"/>
          </ac:spMkLst>
        </pc:spChg>
        <pc:spChg chg="mod ord">
          <ac:chgData name="Shuojie Feng" userId="4f46ee3d-74b6-4475-bf09-c95ccd3ea1b3" providerId="ADAL" clId="{B49B2F8D-98F2-4EA3-A1B4-11DD63CA80F4}" dt="2025-03-10T06:33:05.237" v="11" actId="6264"/>
          <ac:spMkLst>
            <pc:docMk/>
            <pc:sldMk cId="2274281614" sldId="399"/>
            <ac:spMk id="5" creationId="{BF48FAAD-5698-8F60-B5F5-D8E6848186B7}"/>
          </ac:spMkLst>
        </pc:spChg>
        <pc:spChg chg="add del mod">
          <ac:chgData name="Shuojie Feng" userId="4f46ee3d-74b6-4475-bf09-c95ccd3ea1b3" providerId="ADAL" clId="{B49B2F8D-98F2-4EA3-A1B4-11DD63CA80F4}" dt="2025-03-10T06:33:05.237" v="11" actId="6264"/>
          <ac:spMkLst>
            <pc:docMk/>
            <pc:sldMk cId="2274281614" sldId="399"/>
            <ac:spMk id="6" creationId="{EC32ED60-B684-BBC5-ED34-5EE46C0414FE}"/>
          </ac:spMkLst>
        </pc:spChg>
        <pc:spChg chg="add del mod">
          <ac:chgData name="Shuojie Feng" userId="4f46ee3d-74b6-4475-bf09-c95ccd3ea1b3" providerId="ADAL" clId="{B49B2F8D-98F2-4EA3-A1B4-11DD63CA80F4}" dt="2025-03-10T06:33:05.237" v="11" actId="6264"/>
          <ac:spMkLst>
            <pc:docMk/>
            <pc:sldMk cId="2274281614" sldId="399"/>
            <ac:spMk id="8" creationId="{317CC358-8CB9-DE18-3BE7-3B3927A51E48}"/>
          </ac:spMkLst>
        </pc:spChg>
        <pc:spChg chg="add del mod">
          <ac:chgData name="Shuojie Feng" userId="4f46ee3d-74b6-4475-bf09-c95ccd3ea1b3" providerId="ADAL" clId="{B49B2F8D-98F2-4EA3-A1B4-11DD63CA80F4}" dt="2025-03-10T06:33:05.237" v="11" actId="6264"/>
          <ac:spMkLst>
            <pc:docMk/>
            <pc:sldMk cId="2274281614" sldId="399"/>
            <ac:spMk id="9" creationId="{BB9C0364-1BD1-DBD2-5D02-B69DDA34E867}"/>
          </ac:spMkLst>
        </pc:spChg>
        <pc:picChg chg="mod ord">
          <ac:chgData name="Shuojie Feng" userId="4f46ee3d-74b6-4475-bf09-c95ccd3ea1b3" providerId="ADAL" clId="{B49B2F8D-98F2-4EA3-A1B4-11DD63CA80F4}" dt="2025-03-10T06:33:05.237" v="11" actId="6264"/>
          <ac:picMkLst>
            <pc:docMk/>
            <pc:sldMk cId="2274281614" sldId="399"/>
            <ac:picMk id="7" creationId="{E2BED5B4-2DEA-47BF-036D-691EEE7D2772}"/>
          </ac:picMkLst>
        </pc:picChg>
      </pc:sldChg>
      <pc:sldMasterChg chg="modSldLayout">
        <pc:chgData name="Shuojie Feng" userId="4f46ee3d-74b6-4475-bf09-c95ccd3ea1b3" providerId="ADAL" clId="{B49B2F8D-98F2-4EA3-A1B4-11DD63CA80F4}" dt="2025-03-11T08:31:03.008" v="82"/>
        <pc:sldMasterMkLst>
          <pc:docMk/>
          <pc:sldMasterMk cId="0" sldId="2147483648"/>
        </pc:sldMasterMkLst>
        <pc:sldLayoutChg chg="modSp mod">
          <pc:chgData name="Shuojie Feng" userId="4f46ee3d-74b6-4475-bf09-c95ccd3ea1b3" providerId="ADAL" clId="{B49B2F8D-98F2-4EA3-A1B4-11DD63CA80F4}" dt="2025-03-10T06:38:19.543" v="46" actId="1035"/>
          <pc:sldLayoutMkLst>
            <pc:docMk/>
            <pc:sldMasterMk cId="0" sldId="2147483648"/>
            <pc:sldLayoutMk cId="1702519291" sldId="2147483654"/>
          </pc:sldLayoutMkLst>
          <pc:spChg chg="mod">
            <ac:chgData name="Shuojie Feng" userId="4f46ee3d-74b6-4475-bf09-c95ccd3ea1b3" providerId="ADAL" clId="{B49B2F8D-98F2-4EA3-A1B4-11DD63CA80F4}" dt="2025-03-10T06:38:19.543" v="46" actId="1035"/>
            <ac:spMkLst>
              <pc:docMk/>
              <pc:sldMasterMk cId="0" sldId="2147483648"/>
              <pc:sldLayoutMk cId="1702519291" sldId="2147483654"/>
              <ac:spMk id="18" creationId="{54D9E87A-1CDC-4014-2314-39FC7B07C83B}"/>
            </ac:spMkLst>
          </pc:spChg>
        </pc:sldLayoutChg>
        <pc:sldLayoutChg chg="addSp delSp modSp">
          <pc:chgData name="Shuojie Feng" userId="4f46ee3d-74b6-4475-bf09-c95ccd3ea1b3" providerId="ADAL" clId="{B49B2F8D-98F2-4EA3-A1B4-11DD63CA80F4}" dt="2025-03-11T08:31:03.008" v="82"/>
          <pc:sldLayoutMkLst>
            <pc:docMk/>
            <pc:sldMasterMk cId="0" sldId="2147483648"/>
            <pc:sldLayoutMk cId="375255261" sldId="2147483661"/>
          </pc:sldLayoutMkLst>
          <pc:spChg chg="add mod">
            <ac:chgData name="Shuojie Feng" userId="4f46ee3d-74b6-4475-bf09-c95ccd3ea1b3" providerId="ADAL" clId="{B49B2F8D-98F2-4EA3-A1B4-11DD63CA80F4}" dt="2025-03-11T08:30:59.919" v="81"/>
            <ac:spMkLst>
              <pc:docMk/>
              <pc:sldMasterMk cId="0" sldId="2147483648"/>
              <pc:sldLayoutMk cId="375255261" sldId="2147483661"/>
              <ac:spMk id="2" creationId="{948FCB26-FABA-4254-8C9B-A36A81AB477E}"/>
            </ac:spMkLst>
          </pc:spChg>
          <pc:spChg chg="add mod">
            <ac:chgData name="Shuojie Feng" userId="4f46ee3d-74b6-4475-bf09-c95ccd3ea1b3" providerId="ADAL" clId="{B49B2F8D-98F2-4EA3-A1B4-11DD63CA80F4}" dt="2025-03-11T08:30:59.919" v="81"/>
            <ac:spMkLst>
              <pc:docMk/>
              <pc:sldMasterMk cId="0" sldId="2147483648"/>
              <pc:sldLayoutMk cId="375255261" sldId="2147483661"/>
              <ac:spMk id="4" creationId="{4293705F-098C-6843-501F-04E56D73A27B}"/>
            </ac:spMkLst>
          </pc:spChg>
          <pc:spChg chg="add del">
            <ac:chgData name="Shuojie Feng" userId="4f46ee3d-74b6-4475-bf09-c95ccd3ea1b3" providerId="ADAL" clId="{B49B2F8D-98F2-4EA3-A1B4-11DD63CA80F4}" dt="2025-03-11T08:31:03.008" v="82"/>
            <ac:spMkLst>
              <pc:docMk/>
              <pc:sldMasterMk cId="0" sldId="2147483648"/>
              <pc:sldLayoutMk cId="375255261" sldId="2147483661"/>
              <ac:spMk id="5" creationId="{9D7705C1-E2D3-B1B7-C51C-44843980FFF1}"/>
            </ac:spMkLst>
          </pc:spChg>
          <pc:spChg chg="add del">
            <ac:chgData name="Shuojie Feng" userId="4f46ee3d-74b6-4475-bf09-c95ccd3ea1b3" providerId="ADAL" clId="{B49B2F8D-98F2-4EA3-A1B4-11DD63CA80F4}" dt="2025-03-11T08:31:03.008" v="82"/>
            <ac:spMkLst>
              <pc:docMk/>
              <pc:sldMasterMk cId="0" sldId="2147483648"/>
              <pc:sldLayoutMk cId="375255261" sldId="2147483661"/>
              <ac:spMk id="6" creationId="{5E67C389-E6A8-48B1-74CD-322C690F98FD}"/>
            </ac:spMkLst>
          </pc:spChg>
          <pc:spChg chg="add del">
            <ac:chgData name="Shuojie Feng" userId="4f46ee3d-74b6-4475-bf09-c95ccd3ea1b3" providerId="ADAL" clId="{B49B2F8D-98F2-4EA3-A1B4-11DD63CA80F4}" dt="2025-03-11T08:31:03.008" v="82"/>
            <ac:spMkLst>
              <pc:docMk/>
              <pc:sldMasterMk cId="0" sldId="2147483648"/>
              <pc:sldLayoutMk cId="375255261" sldId="2147483661"/>
              <ac:spMk id="7" creationId="{021528A5-067A-BD49-2204-67FF006E8BBF}"/>
            </ac:spMkLst>
          </pc:spChg>
          <pc:spChg chg="add mod">
            <ac:chgData name="Shuojie Feng" userId="4f46ee3d-74b6-4475-bf09-c95ccd3ea1b3" providerId="ADAL" clId="{B49B2F8D-98F2-4EA3-A1B4-11DD63CA80F4}" dt="2025-03-11T08:30:59.919" v="81"/>
            <ac:spMkLst>
              <pc:docMk/>
              <pc:sldMasterMk cId="0" sldId="2147483648"/>
              <pc:sldLayoutMk cId="375255261" sldId="2147483661"/>
              <ac:spMk id="8" creationId="{04060EE7-4A1F-B89A-364A-DE0B3714BFBD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39:55.819" v="47" actId="13244"/>
          <pc:sldLayoutMkLst>
            <pc:docMk/>
            <pc:sldMasterMk cId="0" sldId="2147483648"/>
            <pc:sldLayoutMk cId="2089415090" sldId="2147483664"/>
          </pc:sldLayoutMkLst>
          <pc:spChg chg="ord">
            <ac:chgData name="Shuojie Feng" userId="4f46ee3d-74b6-4475-bf09-c95ccd3ea1b3" providerId="ADAL" clId="{B49B2F8D-98F2-4EA3-A1B4-11DD63CA80F4}" dt="2025-03-10T06:39:55.819" v="47" actId="13244"/>
            <ac:spMkLst>
              <pc:docMk/>
              <pc:sldMasterMk cId="0" sldId="2147483648"/>
              <pc:sldLayoutMk cId="2089415090" sldId="2147483664"/>
              <ac:spMk id="4" creationId="{C40143AB-871B-A40A-4ABF-203E363009E3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03.816" v="48" actId="13244"/>
          <pc:sldLayoutMkLst>
            <pc:docMk/>
            <pc:sldMasterMk cId="0" sldId="2147483648"/>
            <pc:sldLayoutMk cId="2291920708" sldId="2147483665"/>
          </pc:sldLayoutMkLst>
          <pc:spChg chg="mod ord">
            <ac:chgData name="Shuojie Feng" userId="4f46ee3d-74b6-4475-bf09-c95ccd3ea1b3" providerId="ADAL" clId="{B49B2F8D-98F2-4EA3-A1B4-11DD63CA80F4}" dt="2025-03-10T06:40:03.816" v="48" actId="13244"/>
            <ac:spMkLst>
              <pc:docMk/>
              <pc:sldMasterMk cId="0" sldId="2147483648"/>
              <pc:sldLayoutMk cId="2291920708" sldId="2147483665"/>
              <ac:spMk id="5" creationId="{80179A78-77A7-2005-19C5-C07E817AB4A8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07.659" v="49" actId="13244"/>
          <pc:sldLayoutMkLst>
            <pc:docMk/>
            <pc:sldMasterMk cId="0" sldId="2147483648"/>
            <pc:sldLayoutMk cId="617752306" sldId="2147483666"/>
          </pc:sldLayoutMkLst>
          <pc:spChg chg="ord">
            <ac:chgData name="Shuojie Feng" userId="4f46ee3d-74b6-4475-bf09-c95ccd3ea1b3" providerId="ADAL" clId="{B49B2F8D-98F2-4EA3-A1B4-11DD63CA80F4}" dt="2025-03-10T06:40:07.659" v="49" actId="13244"/>
            <ac:spMkLst>
              <pc:docMk/>
              <pc:sldMasterMk cId="0" sldId="2147483648"/>
              <pc:sldLayoutMk cId="617752306" sldId="2147483666"/>
              <ac:spMk id="3" creationId="{42467BD2-62D0-543A-E4EC-DB0D7C8A1B03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11.607" v="50" actId="13244"/>
          <pc:sldLayoutMkLst>
            <pc:docMk/>
            <pc:sldMasterMk cId="0" sldId="2147483648"/>
            <pc:sldLayoutMk cId="3282136060" sldId="2147483667"/>
          </pc:sldLayoutMkLst>
          <pc:spChg chg="ord">
            <ac:chgData name="Shuojie Feng" userId="4f46ee3d-74b6-4475-bf09-c95ccd3ea1b3" providerId="ADAL" clId="{B49B2F8D-98F2-4EA3-A1B4-11DD63CA80F4}" dt="2025-03-10T06:40:11.607" v="50" actId="13244"/>
            <ac:spMkLst>
              <pc:docMk/>
              <pc:sldMasterMk cId="0" sldId="2147483648"/>
              <pc:sldLayoutMk cId="3282136060" sldId="2147483667"/>
              <ac:spMk id="5" creationId="{A31706AB-E4B8-078D-026D-990252BF26E4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16.991" v="51" actId="13244"/>
          <pc:sldLayoutMkLst>
            <pc:docMk/>
            <pc:sldMasterMk cId="0" sldId="2147483648"/>
            <pc:sldLayoutMk cId="1647383111" sldId="2147483668"/>
          </pc:sldLayoutMkLst>
          <pc:spChg chg="ord">
            <ac:chgData name="Shuojie Feng" userId="4f46ee3d-74b6-4475-bf09-c95ccd3ea1b3" providerId="ADAL" clId="{B49B2F8D-98F2-4EA3-A1B4-11DD63CA80F4}" dt="2025-03-10T06:40:16.991" v="51" actId="13244"/>
            <ac:spMkLst>
              <pc:docMk/>
              <pc:sldMasterMk cId="0" sldId="2147483648"/>
              <pc:sldLayoutMk cId="1647383111" sldId="2147483668"/>
              <ac:spMk id="11" creationId="{EAF18FE0-442F-6AE0-4A34-0A68895F343D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21.397" v="52" actId="13244"/>
          <pc:sldLayoutMkLst>
            <pc:docMk/>
            <pc:sldMasterMk cId="0" sldId="2147483648"/>
            <pc:sldLayoutMk cId="1607788861" sldId="2147483669"/>
          </pc:sldLayoutMkLst>
          <pc:spChg chg="ord">
            <ac:chgData name="Shuojie Feng" userId="4f46ee3d-74b6-4475-bf09-c95ccd3ea1b3" providerId="ADAL" clId="{B49B2F8D-98F2-4EA3-A1B4-11DD63CA80F4}" dt="2025-03-10T06:40:21.397" v="52" actId="13244"/>
            <ac:spMkLst>
              <pc:docMk/>
              <pc:sldMasterMk cId="0" sldId="2147483648"/>
              <pc:sldLayoutMk cId="1607788861" sldId="2147483669"/>
              <ac:spMk id="7" creationId="{34DD1C0B-8CAB-7B69-0068-FA66F2AC06B9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25.173" v="53" actId="13244"/>
          <pc:sldLayoutMkLst>
            <pc:docMk/>
            <pc:sldMasterMk cId="0" sldId="2147483648"/>
            <pc:sldLayoutMk cId="1481064607" sldId="2147483670"/>
          </pc:sldLayoutMkLst>
          <pc:spChg chg="ord">
            <ac:chgData name="Shuojie Feng" userId="4f46ee3d-74b6-4475-bf09-c95ccd3ea1b3" providerId="ADAL" clId="{B49B2F8D-98F2-4EA3-A1B4-11DD63CA80F4}" dt="2025-03-10T06:40:25.173" v="53" actId="13244"/>
            <ac:spMkLst>
              <pc:docMk/>
              <pc:sldMasterMk cId="0" sldId="2147483648"/>
              <pc:sldLayoutMk cId="1481064607" sldId="2147483670"/>
              <ac:spMk id="6" creationId="{CA46B297-C880-6157-3B17-0BC02453DF43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37.042" v="54" actId="13244"/>
          <pc:sldLayoutMkLst>
            <pc:docMk/>
            <pc:sldMasterMk cId="0" sldId="2147483648"/>
            <pc:sldLayoutMk cId="1978662322" sldId="2147483671"/>
          </pc:sldLayoutMkLst>
          <pc:spChg chg="ord">
            <ac:chgData name="Shuojie Feng" userId="4f46ee3d-74b6-4475-bf09-c95ccd3ea1b3" providerId="ADAL" clId="{B49B2F8D-98F2-4EA3-A1B4-11DD63CA80F4}" dt="2025-03-10T06:40:37.042" v="54" actId="13244"/>
            <ac:spMkLst>
              <pc:docMk/>
              <pc:sldMasterMk cId="0" sldId="2147483648"/>
              <pc:sldLayoutMk cId="1978662322" sldId="2147483671"/>
              <ac:spMk id="3" creationId="{DADA4ECD-4494-EA14-631D-9D60BF413E7F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1T08:26:45.748" v="75" actId="1076"/>
          <pc:sldLayoutMkLst>
            <pc:docMk/>
            <pc:sldMasterMk cId="0" sldId="2147483648"/>
            <pc:sldLayoutMk cId="1392514246" sldId="2147483672"/>
          </pc:sldLayoutMkLst>
          <pc:spChg chg="mod">
            <ac:chgData name="Shuojie Feng" userId="4f46ee3d-74b6-4475-bf09-c95ccd3ea1b3" providerId="ADAL" clId="{B49B2F8D-98F2-4EA3-A1B4-11DD63CA80F4}" dt="2025-03-11T08:26:45.748" v="75" actId="1076"/>
            <ac:spMkLst>
              <pc:docMk/>
              <pc:sldMasterMk cId="0" sldId="2147483648"/>
              <pc:sldLayoutMk cId="1392514246" sldId="2147483672"/>
              <ac:spMk id="9" creationId="{40307E41-6967-98D0-2B22-C44AADD69EAF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42.093" v="55" actId="13244"/>
          <pc:sldLayoutMkLst>
            <pc:docMk/>
            <pc:sldMasterMk cId="0" sldId="2147483648"/>
            <pc:sldLayoutMk cId="1895295507" sldId="2147483673"/>
          </pc:sldLayoutMkLst>
          <pc:spChg chg="ord">
            <ac:chgData name="Shuojie Feng" userId="4f46ee3d-74b6-4475-bf09-c95ccd3ea1b3" providerId="ADAL" clId="{B49B2F8D-98F2-4EA3-A1B4-11DD63CA80F4}" dt="2025-03-10T06:40:42.093" v="55" actId="13244"/>
            <ac:spMkLst>
              <pc:docMk/>
              <pc:sldMasterMk cId="0" sldId="2147483648"/>
              <pc:sldLayoutMk cId="1895295507" sldId="2147483673"/>
              <ac:spMk id="3" creationId="{F58B0601-C34C-BDF8-8583-9991A91F8EF6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0:52.701" v="57" actId="13244"/>
          <pc:sldLayoutMkLst>
            <pc:docMk/>
            <pc:sldMasterMk cId="0" sldId="2147483648"/>
            <pc:sldLayoutMk cId="1033042907" sldId="2147483674"/>
          </pc:sldLayoutMkLst>
          <pc:spChg chg="ord">
            <ac:chgData name="Shuojie Feng" userId="4f46ee3d-74b6-4475-bf09-c95ccd3ea1b3" providerId="ADAL" clId="{B49B2F8D-98F2-4EA3-A1B4-11DD63CA80F4}" dt="2025-03-10T06:40:52.701" v="57" actId="13244"/>
            <ac:spMkLst>
              <pc:docMk/>
              <pc:sldMasterMk cId="0" sldId="2147483648"/>
              <pc:sldLayoutMk cId="1033042907" sldId="2147483674"/>
              <ac:spMk id="2" creationId="{B59458D0-3685-F716-1340-4CA2129FC0A3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1:02.427" v="58" actId="13244"/>
          <pc:sldLayoutMkLst>
            <pc:docMk/>
            <pc:sldMasterMk cId="0" sldId="2147483648"/>
            <pc:sldLayoutMk cId="1237107816" sldId="2147483675"/>
          </pc:sldLayoutMkLst>
          <pc:spChg chg="ord">
            <ac:chgData name="Shuojie Feng" userId="4f46ee3d-74b6-4475-bf09-c95ccd3ea1b3" providerId="ADAL" clId="{B49B2F8D-98F2-4EA3-A1B4-11DD63CA80F4}" dt="2025-03-10T06:41:02.427" v="58" actId="13244"/>
            <ac:spMkLst>
              <pc:docMk/>
              <pc:sldMasterMk cId="0" sldId="2147483648"/>
              <pc:sldLayoutMk cId="1237107816" sldId="2147483675"/>
              <ac:spMk id="3" creationId="{C6D4AD2F-D082-4D53-364B-2AB7F22C4BE2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1:13.903" v="59" actId="13244"/>
          <pc:sldLayoutMkLst>
            <pc:docMk/>
            <pc:sldMasterMk cId="0" sldId="2147483648"/>
            <pc:sldLayoutMk cId="1007427702" sldId="2147483677"/>
          </pc:sldLayoutMkLst>
          <pc:spChg chg="ord">
            <ac:chgData name="Shuojie Feng" userId="4f46ee3d-74b6-4475-bf09-c95ccd3ea1b3" providerId="ADAL" clId="{B49B2F8D-98F2-4EA3-A1B4-11DD63CA80F4}" dt="2025-03-10T06:41:13.903" v="59" actId="13244"/>
            <ac:spMkLst>
              <pc:docMk/>
              <pc:sldMasterMk cId="0" sldId="2147483648"/>
              <pc:sldLayoutMk cId="1007427702" sldId="2147483677"/>
              <ac:spMk id="4" creationId="{6AD37751-87A6-2102-5FE0-13CF0475375A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1:28.052" v="60" actId="13244"/>
          <pc:sldLayoutMkLst>
            <pc:docMk/>
            <pc:sldMasterMk cId="0" sldId="2147483648"/>
            <pc:sldLayoutMk cId="3566484376" sldId="2147483679"/>
          </pc:sldLayoutMkLst>
          <pc:spChg chg="ord">
            <ac:chgData name="Shuojie Feng" userId="4f46ee3d-74b6-4475-bf09-c95ccd3ea1b3" providerId="ADAL" clId="{B49B2F8D-98F2-4EA3-A1B4-11DD63CA80F4}" dt="2025-03-10T06:41:28.052" v="60" actId="13244"/>
            <ac:spMkLst>
              <pc:docMk/>
              <pc:sldMasterMk cId="0" sldId="2147483648"/>
              <pc:sldLayoutMk cId="3566484376" sldId="2147483679"/>
              <ac:spMk id="5" creationId="{588022B9-94F3-E71A-0D00-132BBF9A0CA7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1:32.896" v="61" actId="13244"/>
          <pc:sldLayoutMkLst>
            <pc:docMk/>
            <pc:sldMasterMk cId="0" sldId="2147483648"/>
            <pc:sldLayoutMk cId="2683211096" sldId="2147483680"/>
          </pc:sldLayoutMkLst>
          <pc:spChg chg="ord">
            <ac:chgData name="Shuojie Feng" userId="4f46ee3d-74b6-4475-bf09-c95ccd3ea1b3" providerId="ADAL" clId="{B49B2F8D-98F2-4EA3-A1B4-11DD63CA80F4}" dt="2025-03-10T06:41:32.896" v="61" actId="13244"/>
            <ac:spMkLst>
              <pc:docMk/>
              <pc:sldMasterMk cId="0" sldId="2147483648"/>
              <pc:sldLayoutMk cId="2683211096" sldId="2147483680"/>
              <ac:spMk id="3" creationId="{BDB04DE6-EAC2-AC37-0397-9528F6C574F2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1:37.189" v="62" actId="13244"/>
          <pc:sldLayoutMkLst>
            <pc:docMk/>
            <pc:sldMasterMk cId="0" sldId="2147483648"/>
            <pc:sldLayoutMk cId="3243713867" sldId="2147483681"/>
          </pc:sldLayoutMkLst>
          <pc:spChg chg="ord">
            <ac:chgData name="Shuojie Feng" userId="4f46ee3d-74b6-4475-bf09-c95ccd3ea1b3" providerId="ADAL" clId="{B49B2F8D-98F2-4EA3-A1B4-11DD63CA80F4}" dt="2025-03-10T06:41:37.189" v="62" actId="13244"/>
            <ac:spMkLst>
              <pc:docMk/>
              <pc:sldMasterMk cId="0" sldId="2147483648"/>
              <pc:sldLayoutMk cId="3243713867" sldId="2147483681"/>
              <ac:spMk id="4" creationId="{A83DB3FE-F7D2-E449-4412-979DFDADDC86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1:43.600" v="64" actId="13244"/>
          <pc:sldLayoutMkLst>
            <pc:docMk/>
            <pc:sldMasterMk cId="0" sldId="2147483648"/>
            <pc:sldLayoutMk cId="3300740001" sldId="2147483682"/>
          </pc:sldLayoutMkLst>
          <pc:spChg chg="ord">
            <ac:chgData name="Shuojie Feng" userId="4f46ee3d-74b6-4475-bf09-c95ccd3ea1b3" providerId="ADAL" clId="{B49B2F8D-98F2-4EA3-A1B4-11DD63CA80F4}" dt="2025-03-10T06:41:42.243" v="63" actId="13244"/>
            <ac:spMkLst>
              <pc:docMk/>
              <pc:sldMasterMk cId="0" sldId="2147483648"/>
              <pc:sldLayoutMk cId="3300740001" sldId="2147483682"/>
              <ac:spMk id="7" creationId="{9A29A789-F42A-CE01-5134-E27AA725CDBF}"/>
            </ac:spMkLst>
          </pc:spChg>
          <pc:spChg chg="ord">
            <ac:chgData name="Shuojie Feng" userId="4f46ee3d-74b6-4475-bf09-c95ccd3ea1b3" providerId="ADAL" clId="{B49B2F8D-98F2-4EA3-A1B4-11DD63CA80F4}" dt="2025-03-10T06:41:43.600" v="64" actId="13244"/>
            <ac:spMkLst>
              <pc:docMk/>
              <pc:sldMasterMk cId="0" sldId="2147483648"/>
              <pc:sldLayoutMk cId="3300740001" sldId="2147483682"/>
              <ac:spMk id="11" creationId="{7F8EA658-2652-6F81-1B04-D50C60A3F171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1:52.487" v="66" actId="13244"/>
          <pc:sldLayoutMkLst>
            <pc:docMk/>
            <pc:sldMasterMk cId="0" sldId="2147483648"/>
            <pc:sldLayoutMk cId="1440830589" sldId="2147483683"/>
          </pc:sldLayoutMkLst>
          <pc:spChg chg="ord">
            <ac:chgData name="Shuojie Feng" userId="4f46ee3d-74b6-4475-bf09-c95ccd3ea1b3" providerId="ADAL" clId="{B49B2F8D-98F2-4EA3-A1B4-11DD63CA80F4}" dt="2025-03-10T06:41:52.487" v="66" actId="13244"/>
            <ac:spMkLst>
              <pc:docMk/>
              <pc:sldMasterMk cId="0" sldId="2147483648"/>
              <pc:sldLayoutMk cId="1440830589" sldId="2147483683"/>
              <ac:spMk id="4" creationId="{E98E2102-73F7-E059-C739-47418EA880A4}"/>
            </ac:spMkLst>
          </pc:spChg>
          <pc:spChg chg="ord">
            <ac:chgData name="Shuojie Feng" userId="4f46ee3d-74b6-4475-bf09-c95ccd3ea1b3" providerId="ADAL" clId="{B49B2F8D-98F2-4EA3-A1B4-11DD63CA80F4}" dt="2025-03-10T06:41:47.989" v="65" actId="13244"/>
            <ac:spMkLst>
              <pc:docMk/>
              <pc:sldMasterMk cId="0" sldId="2147483648"/>
              <pc:sldLayoutMk cId="1440830589" sldId="2147483683"/>
              <ac:spMk id="11" creationId="{7F8EA658-2652-6F81-1B04-D50C60A3F171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1:59.297" v="67" actId="13244"/>
          <pc:sldLayoutMkLst>
            <pc:docMk/>
            <pc:sldMasterMk cId="0" sldId="2147483648"/>
            <pc:sldLayoutMk cId="3524722207" sldId="2147483684"/>
          </pc:sldLayoutMkLst>
          <pc:spChg chg="ord">
            <ac:chgData name="Shuojie Feng" userId="4f46ee3d-74b6-4475-bf09-c95ccd3ea1b3" providerId="ADAL" clId="{B49B2F8D-98F2-4EA3-A1B4-11DD63CA80F4}" dt="2025-03-10T06:41:59.297" v="67" actId="13244"/>
            <ac:spMkLst>
              <pc:docMk/>
              <pc:sldMasterMk cId="0" sldId="2147483648"/>
              <pc:sldLayoutMk cId="3524722207" sldId="2147483684"/>
              <ac:spMk id="4" creationId="{3F37715F-06AC-F5A6-12CE-84D44B400AD6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2:05.686" v="68" actId="13244"/>
          <pc:sldLayoutMkLst>
            <pc:docMk/>
            <pc:sldMasterMk cId="0" sldId="2147483648"/>
            <pc:sldLayoutMk cId="1106498779" sldId="2147483685"/>
          </pc:sldLayoutMkLst>
          <pc:spChg chg="ord">
            <ac:chgData name="Shuojie Feng" userId="4f46ee3d-74b6-4475-bf09-c95ccd3ea1b3" providerId="ADAL" clId="{B49B2F8D-98F2-4EA3-A1B4-11DD63CA80F4}" dt="2025-03-10T06:42:05.686" v="68" actId="13244"/>
            <ac:spMkLst>
              <pc:docMk/>
              <pc:sldMasterMk cId="0" sldId="2147483648"/>
              <pc:sldLayoutMk cId="1106498779" sldId="2147483685"/>
              <ac:spMk id="6" creationId="{408C7461-314A-7430-6CA4-63A01F73BA43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2:08.776" v="69" actId="13244"/>
          <pc:sldLayoutMkLst>
            <pc:docMk/>
            <pc:sldMasterMk cId="0" sldId="2147483648"/>
            <pc:sldLayoutMk cId="1715890625" sldId="2147483686"/>
          </pc:sldLayoutMkLst>
          <pc:spChg chg="ord">
            <ac:chgData name="Shuojie Feng" userId="4f46ee3d-74b6-4475-bf09-c95ccd3ea1b3" providerId="ADAL" clId="{B49B2F8D-98F2-4EA3-A1B4-11DD63CA80F4}" dt="2025-03-10T06:42:08.776" v="69" actId="13244"/>
            <ac:spMkLst>
              <pc:docMk/>
              <pc:sldMasterMk cId="0" sldId="2147483648"/>
              <pc:sldLayoutMk cId="1715890625" sldId="2147483686"/>
              <ac:spMk id="3" creationId="{A1E571DC-86DF-2230-52AD-9440B5CB4DB4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2:13.706" v="70" actId="13244"/>
          <pc:sldLayoutMkLst>
            <pc:docMk/>
            <pc:sldMasterMk cId="0" sldId="2147483648"/>
            <pc:sldLayoutMk cId="2245109382" sldId="2147483687"/>
          </pc:sldLayoutMkLst>
          <pc:spChg chg="ord">
            <ac:chgData name="Shuojie Feng" userId="4f46ee3d-74b6-4475-bf09-c95ccd3ea1b3" providerId="ADAL" clId="{B49B2F8D-98F2-4EA3-A1B4-11DD63CA80F4}" dt="2025-03-10T06:42:13.706" v="70" actId="13244"/>
            <ac:spMkLst>
              <pc:docMk/>
              <pc:sldMasterMk cId="0" sldId="2147483648"/>
              <pc:sldLayoutMk cId="2245109382" sldId="2147483687"/>
              <ac:spMk id="7" creationId="{81C9BBE1-F163-BFCA-3F62-3189A30FA7B6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0T06:43:45.592" v="72" actId="255"/>
          <pc:sldLayoutMkLst>
            <pc:docMk/>
            <pc:sldMasterMk cId="0" sldId="2147483648"/>
            <pc:sldLayoutMk cId="2595250059" sldId="2147483700"/>
          </pc:sldLayoutMkLst>
          <pc:spChg chg="mod">
            <ac:chgData name="Shuojie Feng" userId="4f46ee3d-74b6-4475-bf09-c95ccd3ea1b3" providerId="ADAL" clId="{B49B2F8D-98F2-4EA3-A1B4-11DD63CA80F4}" dt="2025-03-10T06:43:45.592" v="72" actId="255"/>
            <ac:spMkLst>
              <pc:docMk/>
              <pc:sldMasterMk cId="0" sldId="2147483648"/>
              <pc:sldLayoutMk cId="2595250059" sldId="2147483700"/>
              <ac:spMk id="3" creationId="{9571C769-CEC8-962A-01E6-15B0E056791E}"/>
            </ac:spMkLst>
          </pc:spChg>
        </pc:sldLayoutChg>
        <pc:sldLayoutChg chg="modSp mod">
          <pc:chgData name="Shuojie Feng" userId="4f46ee3d-74b6-4475-bf09-c95ccd3ea1b3" providerId="ADAL" clId="{B49B2F8D-98F2-4EA3-A1B4-11DD63CA80F4}" dt="2025-03-11T08:30:41.936" v="79" actId="1076"/>
          <pc:sldLayoutMkLst>
            <pc:docMk/>
            <pc:sldMasterMk cId="0" sldId="2147483648"/>
            <pc:sldLayoutMk cId="3191022383" sldId="2147483702"/>
          </pc:sldLayoutMkLst>
          <pc:spChg chg="mod ord">
            <ac:chgData name="Shuojie Feng" userId="4f46ee3d-74b6-4475-bf09-c95ccd3ea1b3" providerId="ADAL" clId="{B49B2F8D-98F2-4EA3-A1B4-11DD63CA80F4}" dt="2025-03-11T08:30:41.936" v="79" actId="1076"/>
            <ac:spMkLst>
              <pc:docMk/>
              <pc:sldMasterMk cId="0" sldId="2147483648"/>
              <pc:sldLayoutMk cId="3191022383" sldId="2147483702"/>
              <ac:spMk id="11" creationId="{4915D485-D4CB-65C5-C05B-8D3E535F6A4E}"/>
            </ac:spMkLst>
          </pc:spChg>
        </pc:sldLayoutChg>
      </pc:sldMasterChg>
    </pc:docChg>
  </pc:docChgLst>
  <pc:docChgLst>
    <pc:chgData name="Yuanhang Yao" userId="fbd8fcc3-4ede-4902-84ec-22c70022bdad" providerId="ADAL" clId="{EB018C0C-C30B-0E4E-BDF9-EE14B89F01E9}"/>
    <pc:docChg chg="undo custSel addSld delSld modSld">
      <pc:chgData name="Yuanhang Yao" userId="fbd8fcc3-4ede-4902-84ec-22c70022bdad" providerId="ADAL" clId="{EB018C0C-C30B-0E4E-BDF9-EE14B89F01E9}" dt="2025-03-12T00:32:25.502" v="38" actId="962"/>
      <pc:docMkLst>
        <pc:docMk/>
      </pc:docMkLst>
      <pc:sldChg chg="modSp mod">
        <pc:chgData name="Yuanhang Yao" userId="fbd8fcc3-4ede-4902-84ec-22c70022bdad" providerId="ADAL" clId="{EB018C0C-C30B-0E4E-BDF9-EE14B89F01E9}" dt="2025-03-12T00:32:25.502" v="38" actId="962"/>
        <pc:sldMkLst>
          <pc:docMk/>
          <pc:sldMk cId="129312256" sldId="310"/>
        </pc:sldMkLst>
        <pc:picChg chg="mod">
          <ac:chgData name="Yuanhang Yao" userId="fbd8fcc3-4ede-4902-84ec-22c70022bdad" providerId="ADAL" clId="{EB018C0C-C30B-0E4E-BDF9-EE14B89F01E9}" dt="2025-03-12T00:32:25.502" v="38" actId="962"/>
          <ac:picMkLst>
            <pc:docMk/>
            <pc:sldMk cId="129312256" sldId="310"/>
            <ac:picMk id="7" creationId="{89C32DD0-BD2F-6524-4667-DB5E224F949E}"/>
          </ac:picMkLst>
        </pc:picChg>
      </pc:sldChg>
      <pc:sldChg chg="modSp mod">
        <pc:chgData name="Yuanhang Yao" userId="fbd8fcc3-4ede-4902-84ec-22c70022bdad" providerId="ADAL" clId="{EB018C0C-C30B-0E4E-BDF9-EE14B89F01E9}" dt="2025-03-12T00:32:11.881" v="28" actId="962"/>
        <pc:sldMkLst>
          <pc:docMk/>
          <pc:sldMk cId="2274281614" sldId="399"/>
        </pc:sldMkLst>
        <pc:picChg chg="mod">
          <ac:chgData name="Yuanhang Yao" userId="fbd8fcc3-4ede-4902-84ec-22c70022bdad" providerId="ADAL" clId="{EB018C0C-C30B-0E4E-BDF9-EE14B89F01E9}" dt="2025-03-12T00:32:11.881" v="28" actId="962"/>
          <ac:picMkLst>
            <pc:docMk/>
            <pc:sldMk cId="2274281614" sldId="399"/>
            <ac:picMk id="7" creationId="{E2BED5B4-2DEA-47BF-036D-691EEE7D2772}"/>
          </ac:picMkLst>
        </pc:picChg>
      </pc:sldChg>
      <pc:sldChg chg="new del">
        <pc:chgData name="Yuanhang Yao" userId="fbd8fcc3-4ede-4902-84ec-22c70022bdad" providerId="ADAL" clId="{EB018C0C-C30B-0E4E-BDF9-EE14B89F01E9}" dt="2025-03-11T07:44:25.373" v="1" actId="2696"/>
        <pc:sldMkLst>
          <pc:docMk/>
          <pc:sldMk cId="444042017" sldId="400"/>
        </pc:sldMkLst>
      </pc:sldChg>
    </pc:docChg>
  </pc:docChgLst>
  <pc:docChgLst>
    <pc:chgData name="Yuanhang Yao" userId="fbd8fcc3-4ede-4902-84ec-22c70022bdad" providerId="ADAL" clId="{BAAF8A4B-3EFE-442B-9C86-F995E429D1A1}"/>
    <pc:docChg chg="custSel modSld modMainMaster">
      <pc:chgData name="Yuanhang Yao" userId="fbd8fcc3-4ede-4902-84ec-22c70022bdad" providerId="ADAL" clId="{BAAF8A4B-3EFE-442B-9C86-F995E429D1A1}" dt="2025-03-10T04:03:47.456" v="191" actId="700"/>
      <pc:docMkLst>
        <pc:docMk/>
      </pc:docMkLst>
      <pc:sldChg chg="modSp mod chgLayout">
        <pc:chgData name="Yuanhang Yao" userId="fbd8fcc3-4ede-4902-84ec-22c70022bdad" providerId="ADAL" clId="{BAAF8A4B-3EFE-442B-9C86-F995E429D1A1}" dt="2025-03-10T04:03:35.920" v="189" actId="700"/>
        <pc:sldMkLst>
          <pc:docMk/>
          <pc:sldMk cId="2282397125" sldId="369"/>
        </pc:sldMkLst>
        <pc:spChg chg="mod ord">
          <ac:chgData name="Yuanhang Yao" userId="fbd8fcc3-4ede-4902-84ec-22c70022bdad" providerId="ADAL" clId="{BAAF8A4B-3EFE-442B-9C86-F995E429D1A1}" dt="2025-03-10T04:03:35.920" v="189" actId="700"/>
          <ac:spMkLst>
            <pc:docMk/>
            <pc:sldMk cId="2282397125" sldId="369"/>
            <ac:spMk id="2" creationId="{EF7DBF8C-DE05-CDCC-8A93-E9CF8DD166AD}"/>
          </ac:spMkLst>
        </pc:spChg>
        <pc:spChg chg="mod ord">
          <ac:chgData name="Yuanhang Yao" userId="fbd8fcc3-4ede-4902-84ec-22c70022bdad" providerId="ADAL" clId="{BAAF8A4B-3EFE-442B-9C86-F995E429D1A1}" dt="2025-03-10T04:03:35.920" v="189" actId="700"/>
          <ac:spMkLst>
            <pc:docMk/>
            <pc:sldMk cId="2282397125" sldId="369"/>
            <ac:spMk id="3" creationId="{2F369B94-B996-1CE7-AD33-7FA0009972C6}"/>
          </ac:spMkLst>
        </pc:spChg>
        <pc:picChg chg="mod ord">
          <ac:chgData name="Yuanhang Yao" userId="fbd8fcc3-4ede-4902-84ec-22c70022bdad" providerId="ADAL" clId="{BAAF8A4B-3EFE-442B-9C86-F995E429D1A1}" dt="2025-03-10T04:03:35.920" v="189" actId="700"/>
          <ac:picMkLst>
            <pc:docMk/>
            <pc:sldMk cId="2282397125" sldId="369"/>
            <ac:picMk id="6" creationId="{B2DC8609-9C64-3194-CCDD-22AF7CC24D70}"/>
          </ac:picMkLst>
        </pc:picChg>
      </pc:sldChg>
      <pc:sldChg chg="modSp mod chgLayout">
        <pc:chgData name="Yuanhang Yao" userId="fbd8fcc3-4ede-4902-84ec-22c70022bdad" providerId="ADAL" clId="{BAAF8A4B-3EFE-442B-9C86-F995E429D1A1}" dt="2025-03-10T04:03:24.129" v="187" actId="700"/>
        <pc:sldMkLst>
          <pc:docMk/>
          <pc:sldMk cId="789118905" sldId="371"/>
        </pc:sldMkLst>
        <pc:spChg chg="mod ord">
          <ac:chgData name="Yuanhang Yao" userId="fbd8fcc3-4ede-4902-84ec-22c70022bdad" providerId="ADAL" clId="{BAAF8A4B-3EFE-442B-9C86-F995E429D1A1}" dt="2025-03-10T04:03:24.129" v="187" actId="700"/>
          <ac:spMkLst>
            <pc:docMk/>
            <pc:sldMk cId="789118905" sldId="371"/>
            <ac:spMk id="2" creationId="{A5F73290-150D-4023-3438-A81F0FB72F5A}"/>
          </ac:spMkLst>
        </pc:spChg>
        <pc:spChg chg="mod ord">
          <ac:chgData name="Yuanhang Yao" userId="fbd8fcc3-4ede-4902-84ec-22c70022bdad" providerId="ADAL" clId="{BAAF8A4B-3EFE-442B-9C86-F995E429D1A1}" dt="2025-03-10T04:03:24.129" v="187" actId="700"/>
          <ac:spMkLst>
            <pc:docMk/>
            <pc:sldMk cId="789118905" sldId="371"/>
            <ac:spMk id="3" creationId="{417391A1-8DE5-BF6D-13CA-82EB9E4F9031}"/>
          </ac:spMkLst>
        </pc:spChg>
        <pc:picChg chg="mod ord">
          <ac:chgData name="Yuanhang Yao" userId="fbd8fcc3-4ede-4902-84ec-22c70022bdad" providerId="ADAL" clId="{BAAF8A4B-3EFE-442B-9C86-F995E429D1A1}" dt="2025-03-10T04:03:24.129" v="187" actId="700"/>
          <ac:picMkLst>
            <pc:docMk/>
            <pc:sldMk cId="789118905" sldId="371"/>
            <ac:picMk id="6" creationId="{AE363C14-CDF1-3709-050E-00FB4419F0BA}"/>
          </ac:picMkLst>
        </pc:picChg>
      </pc:sldChg>
      <pc:sldChg chg="modSp mod modClrScheme chgLayout">
        <pc:chgData name="Yuanhang Yao" userId="fbd8fcc3-4ede-4902-84ec-22c70022bdad" providerId="ADAL" clId="{BAAF8A4B-3EFE-442B-9C86-F995E429D1A1}" dt="2025-03-10T04:03:12.474" v="186" actId="700"/>
        <pc:sldMkLst>
          <pc:docMk/>
          <pc:sldMk cId="944611234" sldId="372"/>
        </pc:sldMkLst>
        <pc:spChg chg="mod ord">
          <ac:chgData name="Yuanhang Yao" userId="fbd8fcc3-4ede-4902-84ec-22c70022bdad" providerId="ADAL" clId="{BAAF8A4B-3EFE-442B-9C86-F995E429D1A1}" dt="2025-03-10T04:03:12.474" v="186" actId="700"/>
          <ac:spMkLst>
            <pc:docMk/>
            <pc:sldMk cId="944611234" sldId="372"/>
            <ac:spMk id="2" creationId="{9ED6094F-4883-575A-31A0-A3144044AC57}"/>
          </ac:spMkLst>
        </pc:spChg>
        <pc:spChg chg="mod ord">
          <ac:chgData name="Yuanhang Yao" userId="fbd8fcc3-4ede-4902-84ec-22c70022bdad" providerId="ADAL" clId="{BAAF8A4B-3EFE-442B-9C86-F995E429D1A1}" dt="2025-03-10T04:03:12.474" v="186" actId="700"/>
          <ac:spMkLst>
            <pc:docMk/>
            <pc:sldMk cId="944611234" sldId="372"/>
            <ac:spMk id="3" creationId="{525372EA-97A7-967B-7FC1-3EE0599C7CFB}"/>
          </ac:spMkLst>
        </pc:spChg>
        <pc:picChg chg="mod ord">
          <ac:chgData name="Yuanhang Yao" userId="fbd8fcc3-4ede-4902-84ec-22c70022bdad" providerId="ADAL" clId="{BAAF8A4B-3EFE-442B-9C86-F995E429D1A1}" dt="2025-03-10T04:03:12.474" v="186" actId="700"/>
          <ac:picMkLst>
            <pc:docMk/>
            <pc:sldMk cId="944611234" sldId="372"/>
            <ac:picMk id="6" creationId="{83F06EEB-60A0-B5E1-17A6-EC72049B5F53}"/>
          </ac:picMkLst>
        </pc:picChg>
      </pc:sldChg>
      <pc:sldChg chg="modSp mod chgLayout">
        <pc:chgData name="Yuanhang Yao" userId="fbd8fcc3-4ede-4902-84ec-22c70022bdad" providerId="ADAL" clId="{BAAF8A4B-3EFE-442B-9C86-F995E429D1A1}" dt="2025-03-10T04:03:47.456" v="191" actId="700"/>
        <pc:sldMkLst>
          <pc:docMk/>
          <pc:sldMk cId="517663243" sldId="373"/>
        </pc:sldMkLst>
        <pc:spChg chg="mod ord">
          <ac:chgData name="Yuanhang Yao" userId="fbd8fcc3-4ede-4902-84ec-22c70022bdad" providerId="ADAL" clId="{BAAF8A4B-3EFE-442B-9C86-F995E429D1A1}" dt="2025-03-10T04:03:47.456" v="191" actId="700"/>
          <ac:spMkLst>
            <pc:docMk/>
            <pc:sldMk cId="517663243" sldId="373"/>
            <ac:spMk id="2" creationId="{918B5E49-1830-7F44-FE5E-D9B670A0DC24}"/>
          </ac:spMkLst>
        </pc:spChg>
        <pc:spChg chg="mod ord">
          <ac:chgData name="Yuanhang Yao" userId="fbd8fcc3-4ede-4902-84ec-22c70022bdad" providerId="ADAL" clId="{BAAF8A4B-3EFE-442B-9C86-F995E429D1A1}" dt="2025-03-10T04:03:47.456" v="191" actId="700"/>
          <ac:spMkLst>
            <pc:docMk/>
            <pc:sldMk cId="517663243" sldId="373"/>
            <ac:spMk id="3" creationId="{410C25AC-82DB-271A-826C-DEA7115112A0}"/>
          </ac:spMkLst>
        </pc:spChg>
        <pc:picChg chg="mod ord">
          <ac:chgData name="Yuanhang Yao" userId="fbd8fcc3-4ede-4902-84ec-22c70022bdad" providerId="ADAL" clId="{BAAF8A4B-3EFE-442B-9C86-F995E429D1A1}" dt="2025-03-10T04:03:47.456" v="191" actId="700"/>
          <ac:picMkLst>
            <pc:docMk/>
            <pc:sldMk cId="517663243" sldId="373"/>
            <ac:picMk id="6" creationId="{327C52FA-1890-DE05-4462-FBBE6A11048E}"/>
          </ac:picMkLst>
        </pc:picChg>
      </pc:sldChg>
      <pc:sldChg chg="modSp mod chgLayout">
        <pc:chgData name="Yuanhang Yao" userId="fbd8fcc3-4ede-4902-84ec-22c70022bdad" providerId="ADAL" clId="{BAAF8A4B-3EFE-442B-9C86-F995E429D1A1}" dt="2025-03-10T04:03:42.566" v="190" actId="700"/>
        <pc:sldMkLst>
          <pc:docMk/>
          <pc:sldMk cId="2036958596" sldId="376"/>
        </pc:sldMkLst>
        <pc:spChg chg="mod ord">
          <ac:chgData name="Yuanhang Yao" userId="fbd8fcc3-4ede-4902-84ec-22c70022bdad" providerId="ADAL" clId="{BAAF8A4B-3EFE-442B-9C86-F995E429D1A1}" dt="2025-03-10T04:03:42.566" v="190" actId="700"/>
          <ac:spMkLst>
            <pc:docMk/>
            <pc:sldMk cId="2036958596" sldId="376"/>
            <ac:spMk id="2" creationId="{16D1893A-DF1D-7DD3-0C05-8A427767EFAA}"/>
          </ac:spMkLst>
        </pc:spChg>
        <pc:spChg chg="mod ord">
          <ac:chgData name="Yuanhang Yao" userId="fbd8fcc3-4ede-4902-84ec-22c70022bdad" providerId="ADAL" clId="{BAAF8A4B-3EFE-442B-9C86-F995E429D1A1}" dt="2025-03-10T04:03:42.566" v="190" actId="700"/>
          <ac:spMkLst>
            <pc:docMk/>
            <pc:sldMk cId="2036958596" sldId="376"/>
            <ac:spMk id="3" creationId="{663A7D0E-5B93-72F4-4F9F-244480212DEA}"/>
          </ac:spMkLst>
        </pc:spChg>
        <pc:picChg chg="mod ord">
          <ac:chgData name="Yuanhang Yao" userId="fbd8fcc3-4ede-4902-84ec-22c70022bdad" providerId="ADAL" clId="{BAAF8A4B-3EFE-442B-9C86-F995E429D1A1}" dt="2025-03-10T04:03:42.566" v="190" actId="700"/>
          <ac:picMkLst>
            <pc:docMk/>
            <pc:sldMk cId="2036958596" sldId="376"/>
            <ac:picMk id="6" creationId="{7D661F13-2151-CD4F-DC7F-77A3077BD5B8}"/>
          </ac:picMkLst>
        </pc:picChg>
      </pc:sldChg>
      <pc:sldChg chg="modSp mod chgLayout">
        <pc:chgData name="Yuanhang Yao" userId="fbd8fcc3-4ede-4902-84ec-22c70022bdad" providerId="ADAL" clId="{BAAF8A4B-3EFE-442B-9C86-F995E429D1A1}" dt="2025-03-10T04:03:30.122" v="188" actId="700"/>
        <pc:sldMkLst>
          <pc:docMk/>
          <pc:sldMk cId="3999775115" sldId="398"/>
        </pc:sldMkLst>
        <pc:spChg chg="mod ord">
          <ac:chgData name="Yuanhang Yao" userId="fbd8fcc3-4ede-4902-84ec-22c70022bdad" providerId="ADAL" clId="{BAAF8A4B-3EFE-442B-9C86-F995E429D1A1}" dt="2025-03-10T04:03:30.122" v="188" actId="700"/>
          <ac:spMkLst>
            <pc:docMk/>
            <pc:sldMk cId="3999775115" sldId="398"/>
            <ac:spMk id="2" creationId="{E4635989-D16D-49E3-0B23-EF6D950B53E1}"/>
          </ac:spMkLst>
        </pc:spChg>
        <pc:spChg chg="mod ord">
          <ac:chgData name="Yuanhang Yao" userId="fbd8fcc3-4ede-4902-84ec-22c70022bdad" providerId="ADAL" clId="{BAAF8A4B-3EFE-442B-9C86-F995E429D1A1}" dt="2025-03-10T04:03:30.122" v="188" actId="700"/>
          <ac:spMkLst>
            <pc:docMk/>
            <pc:sldMk cId="3999775115" sldId="398"/>
            <ac:spMk id="3" creationId="{01CC583E-C6DE-280C-5CB1-CCFC8F4CD04E}"/>
          </ac:spMkLst>
        </pc:spChg>
        <pc:picChg chg="mod ord">
          <ac:chgData name="Yuanhang Yao" userId="fbd8fcc3-4ede-4902-84ec-22c70022bdad" providerId="ADAL" clId="{BAAF8A4B-3EFE-442B-9C86-F995E429D1A1}" dt="2025-03-10T04:03:30.122" v="188" actId="700"/>
          <ac:picMkLst>
            <pc:docMk/>
            <pc:sldMk cId="3999775115" sldId="398"/>
            <ac:picMk id="6" creationId="{DC2B93C7-00B2-30B3-AB94-2985B49D60C1}"/>
          </ac:picMkLst>
        </pc:picChg>
      </pc:sldChg>
      <pc:sldChg chg="modSp mod">
        <pc:chgData name="Yuanhang Yao" userId="fbd8fcc3-4ede-4902-84ec-22c70022bdad" providerId="ADAL" clId="{BAAF8A4B-3EFE-442B-9C86-F995E429D1A1}" dt="2025-03-10T03:49:39.396" v="171"/>
        <pc:sldMkLst>
          <pc:docMk/>
          <pc:sldMk cId="2274281614" sldId="399"/>
        </pc:sldMkLst>
        <pc:spChg chg="ord">
          <ac:chgData name="Yuanhang Yao" userId="fbd8fcc3-4ede-4902-84ec-22c70022bdad" providerId="ADAL" clId="{BAAF8A4B-3EFE-442B-9C86-F995E429D1A1}" dt="2025-03-10T03:49:39.396" v="171"/>
          <ac:spMkLst>
            <pc:docMk/>
            <pc:sldMk cId="2274281614" sldId="399"/>
            <ac:spMk id="5" creationId="{BF48FAAD-5698-8F60-B5F5-D8E6848186B7}"/>
          </ac:spMkLst>
        </pc:spChg>
      </pc:sldChg>
      <pc:sldMasterChg chg="modSldLayout">
        <pc:chgData name="Yuanhang Yao" userId="fbd8fcc3-4ede-4902-84ec-22c70022bdad" providerId="ADAL" clId="{BAAF8A4B-3EFE-442B-9C86-F995E429D1A1}" dt="2025-03-10T04:03:05.847" v="185" actId="14100"/>
        <pc:sldMasterMkLst>
          <pc:docMk/>
          <pc:sldMasterMk cId="0" sldId="2147483648"/>
        </pc:sldMasterMkLst>
        <pc:sldLayoutChg chg="modSp mod">
          <pc:chgData name="Yuanhang Yao" userId="fbd8fcc3-4ede-4902-84ec-22c70022bdad" providerId="ADAL" clId="{BAAF8A4B-3EFE-442B-9C86-F995E429D1A1}" dt="2025-03-10T03:49:46.356" v="172"/>
          <pc:sldLayoutMkLst>
            <pc:docMk/>
            <pc:sldMasterMk cId="0" sldId="2147483648"/>
            <pc:sldLayoutMk cId="2123551480" sldId="2147483650"/>
          </pc:sldLayoutMkLst>
          <pc:spChg chg="ord">
            <ac:chgData name="Yuanhang Yao" userId="fbd8fcc3-4ede-4902-84ec-22c70022bdad" providerId="ADAL" clId="{BAAF8A4B-3EFE-442B-9C86-F995E429D1A1}" dt="2025-03-10T03:49:46.356" v="172"/>
            <ac:spMkLst>
              <pc:docMk/>
              <pc:sldMasterMk cId="0" sldId="2147483648"/>
              <pc:sldLayoutMk cId="2123551480" sldId="2147483650"/>
              <ac:spMk id="2" creationId="{EC403ECD-0E61-4F10-7162-E98E5D2C68D4}"/>
            </ac:spMkLst>
          </pc:spChg>
        </pc:sldLayoutChg>
        <pc:sldLayoutChg chg="modSp">
          <pc:chgData name="Yuanhang Yao" userId="fbd8fcc3-4ede-4902-84ec-22c70022bdad" providerId="ADAL" clId="{BAAF8A4B-3EFE-442B-9C86-F995E429D1A1}" dt="2025-03-10T03:38:19.163" v="7" actId="403"/>
          <pc:sldLayoutMkLst>
            <pc:docMk/>
            <pc:sldMasterMk cId="0" sldId="2147483648"/>
            <pc:sldLayoutMk cId="41172783" sldId="2147483663"/>
          </pc:sldLayoutMkLst>
          <pc:spChg chg="mod">
            <ac:chgData name="Yuanhang Yao" userId="fbd8fcc3-4ede-4902-84ec-22c70022bdad" providerId="ADAL" clId="{BAAF8A4B-3EFE-442B-9C86-F995E429D1A1}" dt="2025-03-10T03:38:19.163" v="7" actId="403"/>
            <ac:spMkLst>
              <pc:docMk/>
              <pc:sldMasterMk cId="0" sldId="2147483648"/>
              <pc:sldLayoutMk cId="41172783" sldId="2147483663"/>
              <ac:spMk id="6" creationId="{6A73CEA9-5FE2-4144-7BCF-29CF17143BAB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38:51.279" v="23" actId="1076"/>
          <pc:sldLayoutMkLst>
            <pc:docMk/>
            <pc:sldMasterMk cId="0" sldId="2147483648"/>
            <pc:sldLayoutMk cId="2089415090" sldId="2147483664"/>
          </pc:sldLayoutMkLst>
          <pc:spChg chg="del mod">
            <ac:chgData name="Yuanhang Yao" userId="fbd8fcc3-4ede-4902-84ec-22c70022bdad" providerId="ADAL" clId="{BAAF8A4B-3EFE-442B-9C86-F995E429D1A1}" dt="2025-03-10T03:38:41.980" v="10" actId="478"/>
            <ac:spMkLst>
              <pc:docMk/>
              <pc:sldMasterMk cId="0" sldId="2147483648"/>
              <pc:sldLayoutMk cId="2089415090" sldId="2147483664"/>
              <ac:spMk id="3" creationId="{6C2DD052-3E45-E789-01F8-33250024ECBD}"/>
            </ac:spMkLst>
          </pc:spChg>
          <pc:spChg chg="add mod">
            <ac:chgData name="Yuanhang Yao" userId="fbd8fcc3-4ede-4902-84ec-22c70022bdad" providerId="ADAL" clId="{BAAF8A4B-3EFE-442B-9C86-F995E429D1A1}" dt="2025-03-10T03:38:51.279" v="23" actId="1076"/>
            <ac:spMkLst>
              <pc:docMk/>
              <pc:sldMasterMk cId="0" sldId="2147483648"/>
              <pc:sldLayoutMk cId="2089415090" sldId="2147483664"/>
              <ac:spMk id="4" creationId="{C40143AB-871B-A40A-4ABF-203E363009E3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39:03.298" v="29" actId="122"/>
          <pc:sldLayoutMkLst>
            <pc:docMk/>
            <pc:sldMasterMk cId="0" sldId="2147483648"/>
            <pc:sldLayoutMk cId="2291920708" sldId="2147483665"/>
          </pc:sldLayoutMkLst>
          <pc:spChg chg="del">
            <ac:chgData name="Yuanhang Yao" userId="fbd8fcc3-4ede-4902-84ec-22c70022bdad" providerId="ADAL" clId="{BAAF8A4B-3EFE-442B-9C86-F995E429D1A1}" dt="2025-03-10T03:38:54" v="24" actId="478"/>
            <ac:spMkLst>
              <pc:docMk/>
              <pc:sldMasterMk cId="0" sldId="2147483648"/>
              <pc:sldLayoutMk cId="2291920708" sldId="2147483665"/>
              <ac:spMk id="3" creationId="{6C2DD052-3E45-E789-01F8-33250024ECBD}"/>
            </ac:spMkLst>
          </pc:spChg>
          <pc:spChg chg="add mod">
            <ac:chgData name="Yuanhang Yao" userId="fbd8fcc3-4ede-4902-84ec-22c70022bdad" providerId="ADAL" clId="{BAAF8A4B-3EFE-442B-9C86-F995E429D1A1}" dt="2025-03-10T03:39:03.298" v="29" actId="122"/>
            <ac:spMkLst>
              <pc:docMk/>
              <pc:sldMasterMk cId="0" sldId="2147483648"/>
              <pc:sldLayoutMk cId="2291920708" sldId="2147483665"/>
              <ac:spMk id="5" creationId="{80179A78-77A7-2005-19C5-C07E817AB4A8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39:15.295" v="34" actId="14100"/>
          <pc:sldLayoutMkLst>
            <pc:docMk/>
            <pc:sldMasterMk cId="0" sldId="2147483648"/>
            <pc:sldLayoutMk cId="617752306" sldId="2147483666"/>
          </pc:sldLayoutMkLst>
          <pc:spChg chg="add mod">
            <ac:chgData name="Yuanhang Yao" userId="fbd8fcc3-4ede-4902-84ec-22c70022bdad" providerId="ADAL" clId="{BAAF8A4B-3EFE-442B-9C86-F995E429D1A1}" dt="2025-03-10T03:39:15.295" v="34" actId="14100"/>
            <ac:spMkLst>
              <pc:docMk/>
              <pc:sldMasterMk cId="0" sldId="2147483648"/>
              <pc:sldLayoutMk cId="617752306" sldId="2147483666"/>
              <ac:spMk id="3" creationId="{42467BD2-62D0-543A-E4EC-DB0D7C8A1B03}"/>
            </ac:spMkLst>
          </pc:spChg>
          <pc:spChg chg="del">
            <ac:chgData name="Yuanhang Yao" userId="fbd8fcc3-4ede-4902-84ec-22c70022bdad" providerId="ADAL" clId="{BAAF8A4B-3EFE-442B-9C86-F995E429D1A1}" dt="2025-03-10T03:39:07.561" v="30" actId="478"/>
            <ac:spMkLst>
              <pc:docMk/>
              <pc:sldMasterMk cId="0" sldId="2147483648"/>
              <pc:sldLayoutMk cId="617752306" sldId="2147483666"/>
              <ac:spMk id="8" creationId="{7D633F00-464B-3088-812A-40496FD1021A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39:34.063" v="40" actId="14100"/>
          <pc:sldLayoutMkLst>
            <pc:docMk/>
            <pc:sldMasterMk cId="0" sldId="2147483648"/>
            <pc:sldLayoutMk cId="3282136060" sldId="2147483667"/>
          </pc:sldLayoutMkLst>
          <pc:spChg chg="add mod">
            <ac:chgData name="Yuanhang Yao" userId="fbd8fcc3-4ede-4902-84ec-22c70022bdad" providerId="ADAL" clId="{BAAF8A4B-3EFE-442B-9C86-F995E429D1A1}" dt="2025-03-10T03:39:34.063" v="40" actId="14100"/>
            <ac:spMkLst>
              <pc:docMk/>
              <pc:sldMasterMk cId="0" sldId="2147483648"/>
              <pc:sldLayoutMk cId="3282136060" sldId="2147483667"/>
              <ac:spMk id="5" creationId="{A31706AB-E4B8-078D-026D-990252BF26E4}"/>
            </ac:spMkLst>
          </pc:spChg>
          <pc:spChg chg="del">
            <ac:chgData name="Yuanhang Yao" userId="fbd8fcc3-4ede-4902-84ec-22c70022bdad" providerId="ADAL" clId="{BAAF8A4B-3EFE-442B-9C86-F995E429D1A1}" dt="2025-03-10T03:39:19.816" v="35" actId="478"/>
            <ac:spMkLst>
              <pc:docMk/>
              <pc:sldMasterMk cId="0" sldId="2147483648"/>
              <pc:sldLayoutMk cId="3282136060" sldId="2147483667"/>
              <ac:spMk id="8" creationId="{D42D62A0-8127-CE86-0633-0D65E1E136F7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39:44.587" v="44" actId="14100"/>
          <pc:sldLayoutMkLst>
            <pc:docMk/>
            <pc:sldMasterMk cId="0" sldId="2147483648"/>
            <pc:sldLayoutMk cId="1647383111" sldId="2147483668"/>
          </pc:sldLayoutMkLst>
          <pc:spChg chg="del">
            <ac:chgData name="Yuanhang Yao" userId="fbd8fcc3-4ede-4902-84ec-22c70022bdad" providerId="ADAL" clId="{BAAF8A4B-3EFE-442B-9C86-F995E429D1A1}" dt="2025-03-10T03:39:39.294" v="41" actId="478"/>
            <ac:spMkLst>
              <pc:docMk/>
              <pc:sldMasterMk cId="0" sldId="2147483648"/>
              <pc:sldLayoutMk cId="1647383111" sldId="2147483668"/>
              <ac:spMk id="8" creationId="{FFB4667A-FE47-8556-FD3A-55FDBA801D76}"/>
            </ac:spMkLst>
          </pc:spChg>
          <pc:spChg chg="add mod">
            <ac:chgData name="Yuanhang Yao" userId="fbd8fcc3-4ede-4902-84ec-22c70022bdad" providerId="ADAL" clId="{BAAF8A4B-3EFE-442B-9C86-F995E429D1A1}" dt="2025-03-10T03:39:44.587" v="44" actId="14100"/>
            <ac:spMkLst>
              <pc:docMk/>
              <pc:sldMasterMk cId="0" sldId="2147483648"/>
              <pc:sldLayoutMk cId="1647383111" sldId="2147483668"/>
              <ac:spMk id="11" creationId="{EAF18FE0-442F-6AE0-4A34-0A68895F343D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0:04.131" v="48" actId="242"/>
          <pc:sldLayoutMkLst>
            <pc:docMk/>
            <pc:sldMasterMk cId="0" sldId="2147483648"/>
            <pc:sldLayoutMk cId="1607788861" sldId="2147483669"/>
          </pc:sldLayoutMkLst>
          <pc:spChg chg="mod">
            <ac:chgData name="Yuanhang Yao" userId="fbd8fcc3-4ede-4902-84ec-22c70022bdad" providerId="ADAL" clId="{BAAF8A4B-3EFE-442B-9C86-F995E429D1A1}" dt="2025-03-10T03:40:04.131" v="48" actId="242"/>
            <ac:spMkLst>
              <pc:docMk/>
              <pc:sldMasterMk cId="0" sldId="2147483648"/>
              <pc:sldLayoutMk cId="1607788861" sldId="2147483669"/>
              <ac:spMk id="2" creationId="{BC7433D9-FD02-59E2-0F81-A0B7201D2DA0}"/>
            </ac:spMkLst>
          </pc:spChg>
          <pc:spChg chg="add mod">
            <ac:chgData name="Yuanhang Yao" userId="fbd8fcc3-4ede-4902-84ec-22c70022bdad" providerId="ADAL" clId="{BAAF8A4B-3EFE-442B-9C86-F995E429D1A1}" dt="2025-03-10T03:40:04.131" v="48" actId="242"/>
            <ac:spMkLst>
              <pc:docMk/>
              <pc:sldMasterMk cId="0" sldId="2147483648"/>
              <pc:sldLayoutMk cId="1607788861" sldId="2147483669"/>
              <ac:spMk id="7" creationId="{34DD1C0B-8CAB-7B69-0068-FA66F2AC06B9}"/>
            </ac:spMkLst>
          </pc:spChg>
          <pc:spChg chg="del">
            <ac:chgData name="Yuanhang Yao" userId="fbd8fcc3-4ede-4902-84ec-22c70022bdad" providerId="ADAL" clId="{BAAF8A4B-3EFE-442B-9C86-F995E429D1A1}" dt="2025-03-10T03:39:47.743" v="45" actId="478"/>
            <ac:spMkLst>
              <pc:docMk/>
              <pc:sldMasterMk cId="0" sldId="2147483648"/>
              <pc:sldLayoutMk cId="1607788861" sldId="2147483669"/>
              <ac:spMk id="8" creationId="{C6F072A2-EBC7-B7EA-DA98-BAC0AA46E7A4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0:18.339" v="53" actId="242"/>
          <pc:sldLayoutMkLst>
            <pc:docMk/>
            <pc:sldMasterMk cId="0" sldId="2147483648"/>
            <pc:sldLayoutMk cId="1481064607" sldId="2147483670"/>
          </pc:sldLayoutMkLst>
          <pc:spChg chg="mod">
            <ac:chgData name="Yuanhang Yao" userId="fbd8fcc3-4ede-4902-84ec-22c70022bdad" providerId="ADAL" clId="{BAAF8A4B-3EFE-442B-9C86-F995E429D1A1}" dt="2025-03-10T03:40:18.339" v="53" actId="242"/>
            <ac:spMkLst>
              <pc:docMk/>
              <pc:sldMasterMk cId="0" sldId="2147483648"/>
              <pc:sldLayoutMk cId="1481064607" sldId="2147483670"/>
              <ac:spMk id="2" creationId="{BC7433D9-FD02-59E2-0F81-A0B7201D2DA0}"/>
            </ac:spMkLst>
          </pc:spChg>
          <pc:spChg chg="add mod">
            <ac:chgData name="Yuanhang Yao" userId="fbd8fcc3-4ede-4902-84ec-22c70022bdad" providerId="ADAL" clId="{BAAF8A4B-3EFE-442B-9C86-F995E429D1A1}" dt="2025-03-10T03:40:18.339" v="53" actId="242"/>
            <ac:spMkLst>
              <pc:docMk/>
              <pc:sldMasterMk cId="0" sldId="2147483648"/>
              <pc:sldLayoutMk cId="1481064607" sldId="2147483670"/>
              <ac:spMk id="6" creationId="{CA46B297-C880-6157-3B17-0BC02453DF43}"/>
            </ac:spMkLst>
          </pc:spChg>
          <pc:spChg chg="del">
            <ac:chgData name="Yuanhang Yao" userId="fbd8fcc3-4ede-4902-84ec-22c70022bdad" providerId="ADAL" clId="{BAAF8A4B-3EFE-442B-9C86-F995E429D1A1}" dt="2025-03-10T03:40:07.563" v="49" actId="478"/>
            <ac:spMkLst>
              <pc:docMk/>
              <pc:sldMasterMk cId="0" sldId="2147483648"/>
              <pc:sldLayoutMk cId="1481064607" sldId="2147483670"/>
              <ac:spMk id="8" creationId="{8C71126E-AEFA-B45A-CD39-AC1315E03339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0:42.008" v="60" actId="1076"/>
          <pc:sldLayoutMkLst>
            <pc:docMk/>
            <pc:sldMasterMk cId="0" sldId="2147483648"/>
            <pc:sldLayoutMk cId="1978662322" sldId="2147483671"/>
          </pc:sldLayoutMkLst>
          <pc:spChg chg="add mod">
            <ac:chgData name="Yuanhang Yao" userId="fbd8fcc3-4ede-4902-84ec-22c70022bdad" providerId="ADAL" clId="{BAAF8A4B-3EFE-442B-9C86-F995E429D1A1}" dt="2025-03-10T03:40:42.008" v="60" actId="1076"/>
            <ac:spMkLst>
              <pc:docMk/>
              <pc:sldMasterMk cId="0" sldId="2147483648"/>
              <pc:sldLayoutMk cId="1978662322" sldId="2147483671"/>
              <ac:spMk id="3" creationId="{DADA4ECD-4494-EA14-631D-9D60BF413E7F}"/>
            </ac:spMkLst>
          </pc:spChg>
          <pc:spChg chg="del">
            <ac:chgData name="Yuanhang Yao" userId="fbd8fcc3-4ede-4902-84ec-22c70022bdad" providerId="ADAL" clId="{BAAF8A4B-3EFE-442B-9C86-F995E429D1A1}" dt="2025-03-10T03:40:39.228" v="58" actId="478"/>
            <ac:spMkLst>
              <pc:docMk/>
              <pc:sldMasterMk cId="0" sldId="2147483648"/>
              <pc:sldLayoutMk cId="1978662322" sldId="2147483671"/>
              <ac:spMk id="32" creationId="{87608A7D-6FA9-CE7A-0D14-14087E61F071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50:08.316" v="173" actId="13244"/>
          <pc:sldLayoutMkLst>
            <pc:docMk/>
            <pc:sldMasterMk cId="0" sldId="2147483648"/>
            <pc:sldLayoutMk cId="1392514246" sldId="2147483672"/>
          </pc:sldLayoutMkLst>
          <pc:spChg chg="add mod ord">
            <ac:chgData name="Yuanhang Yao" userId="fbd8fcc3-4ede-4902-84ec-22c70022bdad" providerId="ADAL" clId="{BAAF8A4B-3EFE-442B-9C86-F995E429D1A1}" dt="2025-03-10T03:50:08.316" v="173" actId="13244"/>
            <ac:spMkLst>
              <pc:docMk/>
              <pc:sldMasterMk cId="0" sldId="2147483648"/>
              <pc:sldLayoutMk cId="1392514246" sldId="2147483672"/>
              <ac:spMk id="3" creationId="{C251700B-05FA-57C3-2F6D-E68122FE6B91}"/>
            </ac:spMkLst>
          </pc:spChg>
          <pc:spChg chg="del">
            <ac:chgData name="Yuanhang Yao" userId="fbd8fcc3-4ede-4902-84ec-22c70022bdad" providerId="ADAL" clId="{BAAF8A4B-3EFE-442B-9C86-F995E429D1A1}" dt="2025-03-10T03:40:22.496" v="54" actId="478"/>
            <ac:spMkLst>
              <pc:docMk/>
              <pc:sldMasterMk cId="0" sldId="2147483648"/>
              <pc:sldLayoutMk cId="1392514246" sldId="2147483672"/>
              <ac:spMk id="8" creationId="{07755DB3-9272-8E5E-039F-AC14A2C07898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0:53.849" v="69" actId="1036"/>
          <pc:sldLayoutMkLst>
            <pc:docMk/>
            <pc:sldMasterMk cId="0" sldId="2147483648"/>
            <pc:sldLayoutMk cId="1895295507" sldId="2147483673"/>
          </pc:sldLayoutMkLst>
          <pc:spChg chg="add mod">
            <ac:chgData name="Yuanhang Yao" userId="fbd8fcc3-4ede-4902-84ec-22c70022bdad" providerId="ADAL" clId="{BAAF8A4B-3EFE-442B-9C86-F995E429D1A1}" dt="2025-03-10T03:40:53.849" v="69" actId="1036"/>
            <ac:spMkLst>
              <pc:docMk/>
              <pc:sldMasterMk cId="0" sldId="2147483648"/>
              <pc:sldLayoutMk cId="1895295507" sldId="2147483673"/>
              <ac:spMk id="3" creationId="{F58B0601-C34C-BDF8-8583-9991A91F8EF6}"/>
            </ac:spMkLst>
          </pc:spChg>
          <pc:spChg chg="del">
            <ac:chgData name="Yuanhang Yao" userId="fbd8fcc3-4ede-4902-84ec-22c70022bdad" providerId="ADAL" clId="{BAAF8A4B-3EFE-442B-9C86-F995E429D1A1}" dt="2025-03-10T03:40:45.934" v="61" actId="478"/>
            <ac:spMkLst>
              <pc:docMk/>
              <pc:sldMasterMk cId="0" sldId="2147483648"/>
              <pc:sldLayoutMk cId="1895295507" sldId="2147483673"/>
              <ac:spMk id="8" creationId="{818B74D6-CD72-B859-C229-60DB988B25E3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1:06.689" v="73" actId="14100"/>
          <pc:sldLayoutMkLst>
            <pc:docMk/>
            <pc:sldMasterMk cId="0" sldId="2147483648"/>
            <pc:sldLayoutMk cId="1033042907" sldId="2147483674"/>
          </pc:sldLayoutMkLst>
          <pc:spChg chg="add mod">
            <ac:chgData name="Yuanhang Yao" userId="fbd8fcc3-4ede-4902-84ec-22c70022bdad" providerId="ADAL" clId="{BAAF8A4B-3EFE-442B-9C86-F995E429D1A1}" dt="2025-03-10T03:41:06.689" v="73" actId="14100"/>
            <ac:spMkLst>
              <pc:docMk/>
              <pc:sldMasterMk cId="0" sldId="2147483648"/>
              <pc:sldLayoutMk cId="1033042907" sldId="2147483674"/>
              <ac:spMk id="2" creationId="{B59458D0-3685-F716-1340-4CA2129FC0A3}"/>
            </ac:spMkLst>
          </pc:spChg>
          <pc:spChg chg="del">
            <ac:chgData name="Yuanhang Yao" userId="fbd8fcc3-4ede-4902-84ec-22c70022bdad" providerId="ADAL" clId="{BAAF8A4B-3EFE-442B-9C86-F995E429D1A1}" dt="2025-03-10T03:41:02.291" v="70" actId="478"/>
            <ac:spMkLst>
              <pc:docMk/>
              <pc:sldMasterMk cId="0" sldId="2147483648"/>
              <pc:sldLayoutMk cId="1033042907" sldId="2147483674"/>
              <ac:spMk id="7" creationId="{E2EFBB43-B3C7-180D-E5F8-4117BD99096A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1:14.703" v="77" actId="1076"/>
          <pc:sldLayoutMkLst>
            <pc:docMk/>
            <pc:sldMasterMk cId="0" sldId="2147483648"/>
            <pc:sldLayoutMk cId="1237107816" sldId="2147483675"/>
          </pc:sldLayoutMkLst>
          <pc:spChg chg="add mod">
            <ac:chgData name="Yuanhang Yao" userId="fbd8fcc3-4ede-4902-84ec-22c70022bdad" providerId="ADAL" clId="{BAAF8A4B-3EFE-442B-9C86-F995E429D1A1}" dt="2025-03-10T03:41:14.703" v="77" actId="1076"/>
            <ac:spMkLst>
              <pc:docMk/>
              <pc:sldMasterMk cId="0" sldId="2147483648"/>
              <pc:sldLayoutMk cId="1237107816" sldId="2147483675"/>
              <ac:spMk id="3" creationId="{C6D4AD2F-D082-4D53-364B-2AB7F22C4BE2}"/>
            </ac:spMkLst>
          </pc:spChg>
          <pc:spChg chg="del">
            <ac:chgData name="Yuanhang Yao" userId="fbd8fcc3-4ede-4902-84ec-22c70022bdad" providerId="ADAL" clId="{BAAF8A4B-3EFE-442B-9C86-F995E429D1A1}" dt="2025-03-10T03:41:11.321" v="74" actId="478"/>
            <ac:spMkLst>
              <pc:docMk/>
              <pc:sldMasterMk cId="0" sldId="2147483648"/>
              <pc:sldLayoutMk cId="1237107816" sldId="2147483675"/>
              <ac:spMk id="8" creationId="{7FF0220E-48F8-B4D9-19DE-7B457C3C221C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51:49.676" v="179" actId="13244"/>
          <pc:sldLayoutMkLst>
            <pc:docMk/>
            <pc:sldMasterMk cId="0" sldId="2147483648"/>
            <pc:sldLayoutMk cId="150540284" sldId="2147483676"/>
          </pc:sldLayoutMkLst>
          <pc:spChg chg="add mod ord">
            <ac:chgData name="Yuanhang Yao" userId="fbd8fcc3-4ede-4902-84ec-22c70022bdad" providerId="ADAL" clId="{BAAF8A4B-3EFE-442B-9C86-F995E429D1A1}" dt="2025-03-10T03:51:49.676" v="179" actId="13244"/>
            <ac:spMkLst>
              <pc:docMk/>
              <pc:sldMasterMk cId="0" sldId="2147483648"/>
              <pc:sldLayoutMk cId="150540284" sldId="2147483676"/>
              <ac:spMk id="2" creationId="{1CE8CAE3-17FA-FA2A-D6BF-43BBD09B080B}"/>
            </ac:spMkLst>
          </pc:spChg>
          <pc:spChg chg="del">
            <ac:chgData name="Yuanhang Yao" userId="fbd8fcc3-4ede-4902-84ec-22c70022bdad" providerId="ADAL" clId="{BAAF8A4B-3EFE-442B-9C86-F995E429D1A1}" dt="2025-03-10T03:41:17.557" v="78" actId="478"/>
            <ac:spMkLst>
              <pc:docMk/>
              <pc:sldMasterMk cId="0" sldId="2147483648"/>
              <pc:sldLayoutMk cId="150540284" sldId="2147483676"/>
              <ac:spMk id="26" creationId="{D779C84F-8EF4-3421-FF4F-42BC7A40CA40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1:39.422" v="86" actId="14100"/>
          <pc:sldLayoutMkLst>
            <pc:docMk/>
            <pc:sldMasterMk cId="0" sldId="2147483648"/>
            <pc:sldLayoutMk cId="1007427702" sldId="2147483677"/>
          </pc:sldLayoutMkLst>
          <pc:spChg chg="add mod">
            <ac:chgData name="Yuanhang Yao" userId="fbd8fcc3-4ede-4902-84ec-22c70022bdad" providerId="ADAL" clId="{BAAF8A4B-3EFE-442B-9C86-F995E429D1A1}" dt="2025-03-10T03:41:39.422" v="86" actId="14100"/>
            <ac:spMkLst>
              <pc:docMk/>
              <pc:sldMasterMk cId="0" sldId="2147483648"/>
              <pc:sldLayoutMk cId="1007427702" sldId="2147483677"/>
              <ac:spMk id="4" creationId="{6AD37751-87A6-2102-5FE0-13CF0475375A}"/>
            </ac:spMkLst>
          </pc:spChg>
          <pc:spChg chg="del">
            <ac:chgData name="Yuanhang Yao" userId="fbd8fcc3-4ede-4902-84ec-22c70022bdad" providerId="ADAL" clId="{BAAF8A4B-3EFE-442B-9C86-F995E429D1A1}" dt="2025-03-10T03:41:27.495" v="82" actId="478"/>
            <ac:spMkLst>
              <pc:docMk/>
              <pc:sldMasterMk cId="0" sldId="2147483648"/>
              <pc:sldLayoutMk cId="1007427702" sldId="2147483677"/>
              <ac:spMk id="8" creationId="{7FF0220E-48F8-B4D9-19DE-7B457C3C221C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4:03:05.847" v="185" actId="14100"/>
          <pc:sldLayoutMkLst>
            <pc:docMk/>
            <pc:sldMasterMk cId="0" sldId="2147483648"/>
            <pc:sldLayoutMk cId="369408507" sldId="2147483678"/>
          </pc:sldLayoutMkLst>
          <pc:spChg chg="mod">
            <ac:chgData name="Yuanhang Yao" userId="fbd8fcc3-4ede-4902-84ec-22c70022bdad" providerId="ADAL" clId="{BAAF8A4B-3EFE-442B-9C86-F995E429D1A1}" dt="2025-03-10T04:03:05.847" v="185" actId="14100"/>
            <ac:spMkLst>
              <pc:docMk/>
              <pc:sldMasterMk cId="0" sldId="2147483648"/>
              <pc:sldLayoutMk cId="369408507" sldId="2147483678"/>
              <ac:spMk id="2" creationId="{FAF3BB49-A328-F121-7F27-DEB7C3CC2B0F}"/>
            </ac:spMkLst>
          </pc:spChg>
          <pc:spChg chg="add mod ord">
            <ac:chgData name="Yuanhang Yao" userId="fbd8fcc3-4ede-4902-84ec-22c70022bdad" providerId="ADAL" clId="{BAAF8A4B-3EFE-442B-9C86-F995E429D1A1}" dt="2025-03-10T04:03:02.955" v="184" actId="14100"/>
            <ac:spMkLst>
              <pc:docMk/>
              <pc:sldMasterMk cId="0" sldId="2147483648"/>
              <pc:sldLayoutMk cId="369408507" sldId="2147483678"/>
              <ac:spMk id="7" creationId="{736A5C8C-1C5F-8F3C-7273-ECFA26869FC1}"/>
            </ac:spMkLst>
          </pc:spChg>
          <pc:spChg chg="del mod">
            <ac:chgData name="Yuanhang Yao" userId="fbd8fcc3-4ede-4902-84ec-22c70022bdad" providerId="ADAL" clId="{BAAF8A4B-3EFE-442B-9C86-F995E429D1A1}" dt="2025-03-10T03:43:02.709" v="88" actId="478"/>
            <ac:spMkLst>
              <pc:docMk/>
              <pc:sldMasterMk cId="0" sldId="2147483648"/>
              <pc:sldLayoutMk cId="369408507" sldId="2147483678"/>
              <ac:spMk id="8" creationId="{747AED59-1A26-9C13-8482-7857E7DEFE52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3:33.421" v="98" actId="14100"/>
          <pc:sldLayoutMkLst>
            <pc:docMk/>
            <pc:sldMasterMk cId="0" sldId="2147483648"/>
            <pc:sldLayoutMk cId="3566484376" sldId="2147483679"/>
          </pc:sldLayoutMkLst>
          <pc:spChg chg="add mod">
            <ac:chgData name="Yuanhang Yao" userId="fbd8fcc3-4ede-4902-84ec-22c70022bdad" providerId="ADAL" clId="{BAAF8A4B-3EFE-442B-9C86-F995E429D1A1}" dt="2025-03-10T03:43:33.421" v="98" actId="14100"/>
            <ac:spMkLst>
              <pc:docMk/>
              <pc:sldMasterMk cId="0" sldId="2147483648"/>
              <pc:sldLayoutMk cId="3566484376" sldId="2147483679"/>
              <ac:spMk id="5" creationId="{588022B9-94F3-E71A-0D00-132BBF9A0CA7}"/>
            </ac:spMkLst>
          </pc:spChg>
          <pc:spChg chg="del">
            <ac:chgData name="Yuanhang Yao" userId="fbd8fcc3-4ede-4902-84ec-22c70022bdad" providerId="ADAL" clId="{BAAF8A4B-3EFE-442B-9C86-F995E429D1A1}" dt="2025-03-10T03:43:24.212" v="94" actId="478"/>
            <ac:spMkLst>
              <pc:docMk/>
              <pc:sldMasterMk cId="0" sldId="2147483648"/>
              <pc:sldLayoutMk cId="3566484376" sldId="2147483679"/>
              <ac:spMk id="8" creationId="{747AED59-1A26-9C13-8482-7857E7DEFE52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3:42.726" v="102" actId="14100"/>
          <pc:sldLayoutMkLst>
            <pc:docMk/>
            <pc:sldMasterMk cId="0" sldId="2147483648"/>
            <pc:sldLayoutMk cId="2683211096" sldId="2147483680"/>
          </pc:sldLayoutMkLst>
          <pc:spChg chg="add mod">
            <ac:chgData name="Yuanhang Yao" userId="fbd8fcc3-4ede-4902-84ec-22c70022bdad" providerId="ADAL" clId="{BAAF8A4B-3EFE-442B-9C86-F995E429D1A1}" dt="2025-03-10T03:43:42.726" v="102" actId="14100"/>
            <ac:spMkLst>
              <pc:docMk/>
              <pc:sldMasterMk cId="0" sldId="2147483648"/>
              <pc:sldLayoutMk cId="2683211096" sldId="2147483680"/>
              <ac:spMk id="3" creationId="{BDB04DE6-EAC2-AC37-0397-9528F6C574F2}"/>
            </ac:spMkLst>
          </pc:spChg>
          <pc:spChg chg="del">
            <ac:chgData name="Yuanhang Yao" userId="fbd8fcc3-4ede-4902-84ec-22c70022bdad" providerId="ADAL" clId="{BAAF8A4B-3EFE-442B-9C86-F995E429D1A1}" dt="2025-03-10T03:43:36.622" v="99" actId="478"/>
            <ac:spMkLst>
              <pc:docMk/>
              <pc:sldMasterMk cId="0" sldId="2147483648"/>
              <pc:sldLayoutMk cId="2683211096" sldId="2147483680"/>
              <ac:spMk id="8" creationId="{747AED59-1A26-9C13-8482-7857E7DEFE52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3:57.753" v="107" actId="14100"/>
          <pc:sldLayoutMkLst>
            <pc:docMk/>
            <pc:sldMasterMk cId="0" sldId="2147483648"/>
            <pc:sldLayoutMk cId="3243713867" sldId="2147483681"/>
          </pc:sldLayoutMkLst>
          <pc:spChg chg="add mod">
            <ac:chgData name="Yuanhang Yao" userId="fbd8fcc3-4ede-4902-84ec-22c70022bdad" providerId="ADAL" clId="{BAAF8A4B-3EFE-442B-9C86-F995E429D1A1}" dt="2025-03-10T03:43:57.753" v="107" actId="14100"/>
            <ac:spMkLst>
              <pc:docMk/>
              <pc:sldMasterMk cId="0" sldId="2147483648"/>
              <pc:sldLayoutMk cId="3243713867" sldId="2147483681"/>
              <ac:spMk id="4" creationId="{A83DB3FE-F7D2-E449-4412-979DFDADDC86}"/>
            </ac:spMkLst>
          </pc:spChg>
          <pc:spChg chg="del">
            <ac:chgData name="Yuanhang Yao" userId="fbd8fcc3-4ede-4902-84ec-22c70022bdad" providerId="ADAL" clId="{BAAF8A4B-3EFE-442B-9C86-F995E429D1A1}" dt="2025-03-10T03:43:45.953" v="103" actId="478"/>
            <ac:spMkLst>
              <pc:docMk/>
              <pc:sldMasterMk cId="0" sldId="2147483648"/>
              <pc:sldLayoutMk cId="3243713867" sldId="2147483681"/>
              <ac:spMk id="8" creationId="{6E0D00CE-C191-6DE5-9D82-7EFB59BC3739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4:10.094" v="112" actId="14100"/>
          <pc:sldLayoutMkLst>
            <pc:docMk/>
            <pc:sldMasterMk cId="0" sldId="2147483648"/>
            <pc:sldLayoutMk cId="3300740001" sldId="2147483682"/>
          </pc:sldLayoutMkLst>
          <pc:spChg chg="add mod">
            <ac:chgData name="Yuanhang Yao" userId="fbd8fcc3-4ede-4902-84ec-22c70022bdad" providerId="ADAL" clId="{BAAF8A4B-3EFE-442B-9C86-F995E429D1A1}" dt="2025-03-10T03:44:10.094" v="112" actId="14100"/>
            <ac:spMkLst>
              <pc:docMk/>
              <pc:sldMasterMk cId="0" sldId="2147483648"/>
              <pc:sldLayoutMk cId="3300740001" sldId="2147483682"/>
              <ac:spMk id="7" creationId="{9A29A789-F42A-CE01-5134-E27AA725CDBF}"/>
            </ac:spMkLst>
          </pc:spChg>
          <pc:spChg chg="del">
            <ac:chgData name="Yuanhang Yao" userId="fbd8fcc3-4ede-4902-84ec-22c70022bdad" providerId="ADAL" clId="{BAAF8A4B-3EFE-442B-9C86-F995E429D1A1}" dt="2025-03-10T03:44:01.112" v="108" actId="478"/>
            <ac:spMkLst>
              <pc:docMk/>
              <pc:sldMasterMk cId="0" sldId="2147483648"/>
              <pc:sldLayoutMk cId="3300740001" sldId="2147483682"/>
              <ac:spMk id="8" creationId="{C3D15418-1E32-0501-0E66-54FC2DD08E39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4:18.810" v="115" actId="14100"/>
          <pc:sldLayoutMkLst>
            <pc:docMk/>
            <pc:sldMasterMk cId="0" sldId="2147483648"/>
            <pc:sldLayoutMk cId="1440830589" sldId="2147483683"/>
          </pc:sldLayoutMkLst>
          <pc:spChg chg="add mod">
            <ac:chgData name="Yuanhang Yao" userId="fbd8fcc3-4ede-4902-84ec-22c70022bdad" providerId="ADAL" clId="{BAAF8A4B-3EFE-442B-9C86-F995E429D1A1}" dt="2025-03-10T03:44:18.810" v="115" actId="14100"/>
            <ac:spMkLst>
              <pc:docMk/>
              <pc:sldMasterMk cId="0" sldId="2147483648"/>
              <pc:sldLayoutMk cId="1440830589" sldId="2147483683"/>
              <ac:spMk id="4" creationId="{E98E2102-73F7-E059-C739-47418EA880A4}"/>
            </ac:spMkLst>
          </pc:spChg>
          <pc:spChg chg="del">
            <ac:chgData name="Yuanhang Yao" userId="fbd8fcc3-4ede-4902-84ec-22c70022bdad" providerId="ADAL" clId="{BAAF8A4B-3EFE-442B-9C86-F995E429D1A1}" dt="2025-03-10T03:44:15.311" v="113" actId="478"/>
            <ac:spMkLst>
              <pc:docMk/>
              <pc:sldMasterMk cId="0" sldId="2147483648"/>
              <pc:sldLayoutMk cId="1440830589" sldId="2147483683"/>
              <ac:spMk id="8" creationId="{C3D15418-1E32-0501-0E66-54FC2DD08E39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4:32.993" v="120" actId="14100"/>
          <pc:sldLayoutMkLst>
            <pc:docMk/>
            <pc:sldMasterMk cId="0" sldId="2147483648"/>
            <pc:sldLayoutMk cId="3524722207" sldId="2147483684"/>
          </pc:sldLayoutMkLst>
          <pc:spChg chg="add mod">
            <ac:chgData name="Yuanhang Yao" userId="fbd8fcc3-4ede-4902-84ec-22c70022bdad" providerId="ADAL" clId="{BAAF8A4B-3EFE-442B-9C86-F995E429D1A1}" dt="2025-03-10T03:44:32.993" v="120" actId="14100"/>
            <ac:spMkLst>
              <pc:docMk/>
              <pc:sldMasterMk cId="0" sldId="2147483648"/>
              <pc:sldLayoutMk cId="3524722207" sldId="2147483684"/>
              <ac:spMk id="4" creationId="{3F37715F-06AC-F5A6-12CE-84D44B400AD6}"/>
            </ac:spMkLst>
          </pc:spChg>
          <pc:spChg chg="del">
            <ac:chgData name="Yuanhang Yao" userId="fbd8fcc3-4ede-4902-84ec-22c70022bdad" providerId="ADAL" clId="{BAAF8A4B-3EFE-442B-9C86-F995E429D1A1}" dt="2025-03-10T03:44:22.508" v="116" actId="478"/>
            <ac:spMkLst>
              <pc:docMk/>
              <pc:sldMasterMk cId="0" sldId="2147483648"/>
              <pc:sldLayoutMk cId="3524722207" sldId="2147483684"/>
              <ac:spMk id="8" creationId="{C3D15418-1E32-0501-0E66-54FC2DD08E39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4:56.666" v="125" actId="14100"/>
          <pc:sldLayoutMkLst>
            <pc:docMk/>
            <pc:sldMasterMk cId="0" sldId="2147483648"/>
            <pc:sldLayoutMk cId="1106498779" sldId="2147483685"/>
          </pc:sldLayoutMkLst>
          <pc:spChg chg="add mod">
            <ac:chgData name="Yuanhang Yao" userId="fbd8fcc3-4ede-4902-84ec-22c70022bdad" providerId="ADAL" clId="{BAAF8A4B-3EFE-442B-9C86-F995E429D1A1}" dt="2025-03-10T03:44:56.666" v="125" actId="14100"/>
            <ac:spMkLst>
              <pc:docMk/>
              <pc:sldMasterMk cId="0" sldId="2147483648"/>
              <pc:sldLayoutMk cId="1106498779" sldId="2147483685"/>
              <ac:spMk id="6" creationId="{408C7461-314A-7430-6CA4-63A01F73BA43}"/>
            </ac:spMkLst>
          </pc:spChg>
          <pc:spChg chg="del">
            <ac:chgData name="Yuanhang Yao" userId="fbd8fcc3-4ede-4902-84ec-22c70022bdad" providerId="ADAL" clId="{BAAF8A4B-3EFE-442B-9C86-F995E429D1A1}" dt="2025-03-10T03:44:38.884" v="121" actId="478"/>
            <ac:spMkLst>
              <pc:docMk/>
              <pc:sldMasterMk cId="0" sldId="2147483648"/>
              <pc:sldLayoutMk cId="1106498779" sldId="2147483685"/>
              <ac:spMk id="8" creationId="{C1897688-419F-6EB2-5CC1-DC14924E5FC3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5:51.885" v="129" actId="14100"/>
          <pc:sldLayoutMkLst>
            <pc:docMk/>
            <pc:sldMasterMk cId="0" sldId="2147483648"/>
            <pc:sldLayoutMk cId="1715890625" sldId="2147483686"/>
          </pc:sldLayoutMkLst>
          <pc:spChg chg="add mod">
            <ac:chgData name="Yuanhang Yao" userId="fbd8fcc3-4ede-4902-84ec-22c70022bdad" providerId="ADAL" clId="{BAAF8A4B-3EFE-442B-9C86-F995E429D1A1}" dt="2025-03-10T03:45:51.885" v="129" actId="14100"/>
            <ac:spMkLst>
              <pc:docMk/>
              <pc:sldMasterMk cId="0" sldId="2147483648"/>
              <pc:sldLayoutMk cId="1715890625" sldId="2147483686"/>
              <ac:spMk id="3" creationId="{A1E571DC-86DF-2230-52AD-9440B5CB4DB4}"/>
            </ac:spMkLst>
          </pc:spChg>
          <pc:spChg chg="del">
            <ac:chgData name="Yuanhang Yao" userId="fbd8fcc3-4ede-4902-84ec-22c70022bdad" providerId="ADAL" clId="{BAAF8A4B-3EFE-442B-9C86-F995E429D1A1}" dt="2025-03-10T03:45:41.650" v="126" actId="478"/>
            <ac:spMkLst>
              <pc:docMk/>
              <pc:sldMasterMk cId="0" sldId="2147483648"/>
              <pc:sldLayoutMk cId="1715890625" sldId="2147483686"/>
              <ac:spMk id="8" creationId="{8BAC3300-BF12-B200-9F06-8D5AC45CB7EF}"/>
            </ac:spMkLst>
          </pc:spChg>
        </pc:sldLayoutChg>
        <pc:sldLayoutChg chg="addSp delSp modSp mod">
          <pc:chgData name="Yuanhang Yao" userId="fbd8fcc3-4ede-4902-84ec-22c70022bdad" providerId="ADAL" clId="{BAAF8A4B-3EFE-442B-9C86-F995E429D1A1}" dt="2025-03-10T03:46:01.104" v="132" actId="14100"/>
          <pc:sldLayoutMkLst>
            <pc:docMk/>
            <pc:sldMasterMk cId="0" sldId="2147483648"/>
            <pc:sldLayoutMk cId="2245109382" sldId="2147483687"/>
          </pc:sldLayoutMkLst>
          <pc:spChg chg="add mod">
            <ac:chgData name="Yuanhang Yao" userId="fbd8fcc3-4ede-4902-84ec-22c70022bdad" providerId="ADAL" clId="{BAAF8A4B-3EFE-442B-9C86-F995E429D1A1}" dt="2025-03-10T03:46:01.104" v="132" actId="14100"/>
            <ac:spMkLst>
              <pc:docMk/>
              <pc:sldMasterMk cId="0" sldId="2147483648"/>
              <pc:sldLayoutMk cId="2245109382" sldId="2147483687"/>
              <ac:spMk id="7" creationId="{81C9BBE1-F163-BFCA-3F62-3189A30FA7B6}"/>
            </ac:spMkLst>
          </pc:spChg>
          <pc:spChg chg="del">
            <ac:chgData name="Yuanhang Yao" userId="fbd8fcc3-4ede-4902-84ec-22c70022bdad" providerId="ADAL" clId="{BAAF8A4B-3EFE-442B-9C86-F995E429D1A1}" dt="2025-03-10T03:45:56.680" v="130" actId="478"/>
            <ac:spMkLst>
              <pc:docMk/>
              <pc:sldMasterMk cId="0" sldId="2147483648"/>
              <pc:sldLayoutMk cId="2245109382" sldId="2147483687"/>
              <ac:spMk id="8" creationId="{83F7B03F-5EDA-605B-1A2E-F48896E48939}"/>
            </ac:spMkLst>
          </pc:spChg>
        </pc:sldLayoutChg>
        <pc:sldLayoutChg chg="modSp">
          <pc:chgData name="Yuanhang Yao" userId="fbd8fcc3-4ede-4902-84ec-22c70022bdad" providerId="ADAL" clId="{BAAF8A4B-3EFE-442B-9C86-F995E429D1A1}" dt="2025-03-10T03:46:13.047" v="135" actId="12"/>
          <pc:sldLayoutMkLst>
            <pc:docMk/>
            <pc:sldMasterMk cId="0" sldId="2147483648"/>
            <pc:sldLayoutMk cId="854796725" sldId="2147483695"/>
          </pc:sldLayoutMkLst>
          <pc:spChg chg="mod">
            <ac:chgData name="Yuanhang Yao" userId="fbd8fcc3-4ede-4902-84ec-22c70022bdad" providerId="ADAL" clId="{BAAF8A4B-3EFE-442B-9C86-F995E429D1A1}" dt="2025-03-10T03:46:13.047" v="135" actId="12"/>
            <ac:spMkLst>
              <pc:docMk/>
              <pc:sldMasterMk cId="0" sldId="2147483648"/>
              <pc:sldLayoutMk cId="854796725" sldId="2147483695"/>
              <ac:spMk id="9" creationId="{84DC103C-4E45-07FA-2734-5BAE2624DC48}"/>
            </ac:spMkLst>
          </pc:spChg>
          <pc:spChg chg="mod">
            <ac:chgData name="Yuanhang Yao" userId="fbd8fcc3-4ede-4902-84ec-22c70022bdad" providerId="ADAL" clId="{BAAF8A4B-3EFE-442B-9C86-F995E429D1A1}" dt="2025-03-10T03:46:13.047" v="135" actId="12"/>
            <ac:spMkLst>
              <pc:docMk/>
              <pc:sldMasterMk cId="0" sldId="2147483648"/>
              <pc:sldLayoutMk cId="854796725" sldId="2147483695"/>
              <ac:spMk id="11" creationId="{288F1ED9-CE64-0191-F909-FDC002A7456F}"/>
            </ac:spMkLst>
          </pc:spChg>
        </pc:sldLayoutChg>
        <pc:sldLayoutChg chg="modSp">
          <pc:chgData name="Yuanhang Yao" userId="fbd8fcc3-4ede-4902-84ec-22c70022bdad" providerId="ADAL" clId="{BAAF8A4B-3EFE-442B-9C86-F995E429D1A1}" dt="2025-03-10T03:46:20.498" v="138" actId="12"/>
          <pc:sldLayoutMkLst>
            <pc:docMk/>
            <pc:sldMasterMk cId="0" sldId="2147483648"/>
            <pc:sldLayoutMk cId="1626089341" sldId="2147483696"/>
          </pc:sldLayoutMkLst>
          <pc:spChg chg="mod">
            <ac:chgData name="Yuanhang Yao" userId="fbd8fcc3-4ede-4902-84ec-22c70022bdad" providerId="ADAL" clId="{BAAF8A4B-3EFE-442B-9C86-F995E429D1A1}" dt="2025-03-10T03:46:20.498" v="138" actId="12"/>
            <ac:spMkLst>
              <pc:docMk/>
              <pc:sldMasterMk cId="0" sldId="2147483648"/>
              <pc:sldLayoutMk cId="1626089341" sldId="2147483696"/>
              <ac:spMk id="11" creationId="{F86E5640-DE07-46FE-2EFB-FCD8C5238DC9}"/>
            </ac:spMkLst>
          </pc:spChg>
          <pc:spChg chg="mod">
            <ac:chgData name="Yuanhang Yao" userId="fbd8fcc3-4ede-4902-84ec-22c70022bdad" providerId="ADAL" clId="{BAAF8A4B-3EFE-442B-9C86-F995E429D1A1}" dt="2025-03-10T03:46:20.498" v="138" actId="12"/>
            <ac:spMkLst>
              <pc:docMk/>
              <pc:sldMasterMk cId="0" sldId="2147483648"/>
              <pc:sldLayoutMk cId="1626089341" sldId="2147483696"/>
              <ac:spMk id="13" creationId="{20D5795C-6228-AA6F-1CF7-AD7010686BC6}"/>
            </ac:spMkLst>
          </pc:spChg>
        </pc:sldLayoutChg>
        <pc:sldLayoutChg chg="modSp">
          <pc:chgData name="Yuanhang Yao" userId="fbd8fcc3-4ede-4902-84ec-22c70022bdad" providerId="ADAL" clId="{BAAF8A4B-3EFE-442B-9C86-F995E429D1A1}" dt="2025-03-10T03:47:04.890" v="150" actId="12"/>
          <pc:sldLayoutMkLst>
            <pc:docMk/>
            <pc:sldMasterMk cId="0" sldId="2147483648"/>
            <pc:sldLayoutMk cId="3848848947" sldId="2147483699"/>
          </pc:sldLayoutMkLst>
          <pc:spChg chg="mod">
            <ac:chgData name="Yuanhang Yao" userId="fbd8fcc3-4ede-4902-84ec-22c70022bdad" providerId="ADAL" clId="{BAAF8A4B-3EFE-442B-9C86-F995E429D1A1}" dt="2025-03-10T03:47:04.890" v="150" actId="12"/>
            <ac:spMkLst>
              <pc:docMk/>
              <pc:sldMasterMk cId="0" sldId="2147483648"/>
              <pc:sldLayoutMk cId="3848848947" sldId="2147483699"/>
              <ac:spMk id="3" creationId="{2F3B20A8-A604-C977-02C0-083BA8663484}"/>
            </ac:spMkLst>
          </pc:spChg>
        </pc:sldLayoutChg>
        <pc:sldLayoutChg chg="modSp">
          <pc:chgData name="Yuanhang Yao" userId="fbd8fcc3-4ede-4902-84ec-22c70022bdad" providerId="ADAL" clId="{BAAF8A4B-3EFE-442B-9C86-F995E429D1A1}" dt="2025-03-10T03:46:29.075" v="140" actId="404"/>
          <pc:sldLayoutMkLst>
            <pc:docMk/>
            <pc:sldMasterMk cId="0" sldId="2147483648"/>
            <pc:sldLayoutMk cId="784800036" sldId="2147483701"/>
          </pc:sldLayoutMkLst>
          <pc:spChg chg="mod">
            <ac:chgData name="Yuanhang Yao" userId="fbd8fcc3-4ede-4902-84ec-22c70022bdad" providerId="ADAL" clId="{BAAF8A4B-3EFE-442B-9C86-F995E429D1A1}" dt="2025-03-10T03:46:29.075" v="140" actId="404"/>
            <ac:spMkLst>
              <pc:docMk/>
              <pc:sldMasterMk cId="0" sldId="2147483648"/>
              <pc:sldLayoutMk cId="784800036" sldId="2147483701"/>
              <ac:spMk id="8" creationId="{C7E1FCC9-2D1D-9C6B-8C9A-E3D0A77DBEF0}"/>
            </ac:spMkLst>
          </pc:spChg>
        </pc:sldLayoutChg>
        <pc:sldLayoutChg chg="modSp">
          <pc:chgData name="Yuanhang Yao" userId="fbd8fcc3-4ede-4902-84ec-22c70022bdad" providerId="ADAL" clId="{BAAF8A4B-3EFE-442B-9C86-F995E429D1A1}" dt="2025-03-10T03:46:37.310" v="144" actId="404"/>
          <pc:sldLayoutMkLst>
            <pc:docMk/>
            <pc:sldMasterMk cId="0" sldId="2147483648"/>
            <pc:sldLayoutMk cId="3191022383" sldId="2147483702"/>
          </pc:sldLayoutMkLst>
          <pc:spChg chg="mod">
            <ac:chgData name="Yuanhang Yao" userId="fbd8fcc3-4ede-4902-84ec-22c70022bdad" providerId="ADAL" clId="{BAAF8A4B-3EFE-442B-9C86-F995E429D1A1}" dt="2025-03-10T03:46:37.310" v="144" actId="404"/>
            <ac:spMkLst>
              <pc:docMk/>
              <pc:sldMasterMk cId="0" sldId="2147483648"/>
              <pc:sldLayoutMk cId="3191022383" sldId="2147483702"/>
              <ac:spMk id="7" creationId="{053FFEDA-E57B-DF13-2394-A1514E15F85A}"/>
            </ac:spMkLst>
          </pc:spChg>
        </pc:sldLayoutChg>
        <pc:sldLayoutChg chg="modSp mod">
          <pc:chgData name="Yuanhang Yao" userId="fbd8fcc3-4ede-4902-84ec-22c70022bdad" providerId="ADAL" clId="{BAAF8A4B-3EFE-442B-9C86-F995E429D1A1}" dt="2025-03-10T03:47:28.750" v="153" actId="12789"/>
          <pc:sldLayoutMkLst>
            <pc:docMk/>
            <pc:sldMasterMk cId="0" sldId="2147483648"/>
            <pc:sldLayoutMk cId="3671749232" sldId="2147483762"/>
          </pc:sldLayoutMkLst>
          <pc:spChg chg="mod">
            <ac:chgData name="Yuanhang Yao" userId="fbd8fcc3-4ede-4902-84ec-22c70022bdad" providerId="ADAL" clId="{BAAF8A4B-3EFE-442B-9C86-F995E429D1A1}" dt="2025-03-10T03:47:28.750" v="153" actId="12789"/>
            <ac:spMkLst>
              <pc:docMk/>
              <pc:sldMasterMk cId="0" sldId="2147483648"/>
              <pc:sldLayoutMk cId="3671749232" sldId="2147483762"/>
              <ac:spMk id="7" creationId="{3575A47E-66DF-0DFE-6068-FCE75A83C7A8}"/>
            </ac:spMkLst>
          </pc:spChg>
        </pc:sldLayoutChg>
        <pc:sldLayoutChg chg="modSp">
          <pc:chgData name="Yuanhang Yao" userId="fbd8fcc3-4ede-4902-84ec-22c70022bdad" providerId="ADAL" clId="{BAAF8A4B-3EFE-442B-9C86-F995E429D1A1}" dt="2025-03-10T03:38:09.026" v="2" actId="404"/>
          <pc:sldLayoutMkLst>
            <pc:docMk/>
            <pc:sldMasterMk cId="0" sldId="2147483648"/>
            <pc:sldLayoutMk cId="1171354504" sldId="2147483763"/>
          </pc:sldLayoutMkLst>
          <pc:spChg chg="mod">
            <ac:chgData name="Yuanhang Yao" userId="fbd8fcc3-4ede-4902-84ec-22c70022bdad" providerId="ADAL" clId="{BAAF8A4B-3EFE-442B-9C86-F995E429D1A1}" dt="2025-03-10T03:38:09.026" v="2" actId="404"/>
            <ac:spMkLst>
              <pc:docMk/>
              <pc:sldMasterMk cId="0" sldId="2147483648"/>
              <pc:sldLayoutMk cId="1171354504" sldId="2147483763"/>
              <ac:spMk id="23" creationId="{86F79B09-7D88-8381-B406-AFD71843F9C1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pPr/>
              <a:t>10/12/2025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xmlns="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pPr/>
              <a:t>10/12/2025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C4D56CB-7729-4F9B-B383-5D5EDD1C4F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xmlns="" id="{39E53A78-6591-EEDA-1DFD-F106ECC52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xmlns="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xmlns="" id="{C031AA0C-A2A7-B56D-9661-B2A56DD37D19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xmlns="" id="{1C113ED2-FAFE-A686-C43C-7C104C28E3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xmlns="" id="{1580C5C3-0FF4-BA92-445D-48CC4C54FB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EAB71EF6-F4ED-6CD6-E0C2-EAB75D0F05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xmlns="" id="{B24268F0-A8A4-E399-5FC5-6384B8BD96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0AC4EA9-78A7-EDEB-A4B1-0E44AB2263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xmlns="" id="{ACCD3CEE-6646-969D-7160-69226A1B78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8119394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3184A5B9-E2EB-CB8F-9FCE-B435678BB4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xmlns="" id="{BEF628E3-8F76-0E9D-3DEE-A459731EFF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xmlns="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xmlns="" id="{946F423E-A433-4DDE-A3C0-3165FE754F65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xmlns="" id="{75F1C151-830E-3940-1AE4-FB8D2BD625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xmlns="" id="{219F9CAC-9EAC-C1A6-0F7E-3F8E87DFD8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xmlns="" id="{1173937D-CDC9-73E6-6B3E-2447EC17AC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xmlns="" id="{CBC384E9-DFB8-C4B8-FD41-571F33CD64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5274596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xmlns="" id="{B97416E4-EDCD-B6B0-871B-59B5239341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xmlns="" id="{E2D01E03-0AE5-38F7-B2E7-A561D2D8E8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xmlns="" id="{F6DBF5FB-1D7F-AA76-089E-78475F22BF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xmlns="" id="{44A1C6DB-DBF1-64FE-805A-746B1CA7C3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xmlns="" id="{3D9CC7D7-743B-85D5-5C99-E91249AF7EA0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xmlns="" id="{B3A19901-5D82-7B65-7782-E6852337B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xmlns="" id="{8F412048-B308-2DFC-686A-6DA3826170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xmlns="" id="{EA419E24-8272-CD51-84D8-E7CA5E6F75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xmlns="" id="{FC750F5C-AF95-4BA8-1FF7-DF14E175BF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xmlns="" id="{8EB19805-760B-FC22-27FF-2642CF681B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xmlns="" id="{16723D4D-CE24-1BFA-381F-67A51CF498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xmlns="" id="{EDD86B10-8265-2F8F-A1C8-E1C52EB80B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xmlns="" id="{4EDA9D06-9457-35FD-607C-E7105181A1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69319926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xmlns="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xmlns="" id="{E6436228-797E-53A8-A7F9-52AD1B8E0F3F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DA13429-7FDC-7187-2143-8A9EEDD8A6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F34876CF-E930-1022-BFB1-831273576E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F763CC7-EA2E-97AB-5E20-B44890F7E6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00CA88D6-0F39-DB96-BA62-7586959D18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B13202E-A252-90D1-ED83-5D7FB9C4FA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xmlns="" id="{DD2B2E8D-ECD5-FF51-A5CA-5FB0750DAA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xmlns="" id="{BE33DCB4-EBE4-F9F4-40E1-A1109F436F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C9D37B0-DB36-8B46-3EE5-848EE070FA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C49AE85A-7CA3-CA3E-CAC1-2D64B46897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521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41F45E22-547F-B6E1-5F51-CFECC13B28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xmlns="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xmlns="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xmlns="" id="{00F3AF08-58B8-1240-DC7F-D213996B2AE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xmlns="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xmlns="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xmlns="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30E8E679-660F-5B58-91D7-9E0CDF0AB6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xmlns="" id="{8587E180-57E3-C8FA-E365-AB365B7F46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9C2F644D-1D4F-6486-A506-5B5A7BE498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xmlns="" id="{155A9F5C-6C2B-B9A0-9DF2-D4B82FBE66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xmlns="" id="{6B928C87-B3CE-A38B-38D7-B0948D3E44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xmlns="" id="{1F867251-402A-C2DE-7D05-B8E48B7E7C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xmlns="" id="{1B4E1136-DFDD-32BF-5846-514278A0F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4973B099-8DFA-53FB-1105-A26CC36014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9071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41F45E22-547F-B6E1-5F51-CFECC13B28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xmlns="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xmlns="" id="{EC403ECD-0E61-4F10-7162-E98E5D2C68D4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xmlns="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xmlns="" id="{1B4E1136-DFDD-32BF-5846-514278A0F7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4973B099-8DFA-53FB-1105-A26CC36014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xmlns="" id="{F5FF0307-7223-2A57-49F7-205DFC3CAD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xmlns="" id="{AB33DB86-5F38-0CF7-F613-511E8B1B199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xmlns="" id="{B297F7B8-C42C-1B4A-C596-DA9004187D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xmlns="" id="{3CDB4C82-C1F2-7A31-B0C0-EC7A16E86E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xmlns="" id="{D03B5295-1DAD-F67E-A9D1-1EDDEDAE034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xmlns="" id="{C681F86B-1EB2-1ABD-11BE-7405C317D1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2355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591D9F7-2AF5-7E15-28CD-C5189318CC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F402BE0-455F-CF23-B696-A4F06F4410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xmlns="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ADD3443-0734-5152-8D04-B2D9411015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90703BCA-69C2-3D24-7F07-71DD32C3B7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7025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591D9F7-2AF5-7E15-28CD-C5189318CC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xmlns="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90703BCA-69C2-3D24-7F07-71DD32C3B7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ADD3443-0734-5152-8D04-B2D9411015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F402BE0-455F-CF23-B696-A4F06F4410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2088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xmlns="" id="{5EA40962-D6F9-CBBE-FF2C-4EC3830F9D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xmlns="" id="{EC816DDB-9EA2-DF6E-AAED-1B18863E588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xmlns="" id="{A04F26B9-B28E-8D10-94D1-04FE26C51C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xmlns="" id="{4947CEF4-1632-7EBE-80C3-C52AE183F6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xmlns="" id="{AE61E74D-D5FA-5080-2F53-0087775B37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xmlns="" id="{470C155E-4CCC-564B-027C-CDC41E3739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xmlns="" id="{7285D770-FD07-EC97-B009-40BA4F4D0F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xmlns="" id="{9F696CCD-6826-7E03-C9F2-76B5BC1397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91A24A50-A008-86B3-5F54-E8B7B3A9C7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xmlns="" id="{C476D228-FB57-F7F8-C68A-E3413EFE8E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xmlns="" id="{03673381-EECC-4D46-EDE7-C5E028BE1F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xmlns="" id="{4441DE95-147E-9B38-A464-7A9CF35CE2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85303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591D9F7-2AF5-7E15-28CD-C5189318CC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F402BE0-455F-CF23-B696-A4F06F4410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xmlns="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ADD3443-0734-5152-8D04-B2D9411015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90703BCA-69C2-3D24-7F07-71DD32C3B7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8554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591D9F7-2AF5-7E15-28CD-C5189318CC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F402BE0-455F-CF23-B696-A4F06F4410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xmlns="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90703BCA-69C2-3D24-7F07-71DD32C3B7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EADD3443-0734-5152-8D04-B2D9411015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15328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xmlns="" id="{5EA40962-D6F9-CBBE-FF2C-4EC3830F9D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xmlns="" id="{EC816DDB-9EA2-DF6E-AAED-1B18863E588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xmlns="" id="{A04F26B9-B28E-8D10-94D1-04FE26C51C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xmlns="" id="{4947CEF4-1632-7EBE-80C3-C52AE183F6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xmlns="" id="{AE61E74D-D5FA-5080-2F53-0087775B37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xmlns="" id="{470C155E-4CCC-564B-027C-CDC41E3739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xmlns="" id="{7285D770-FD07-EC97-B009-40BA4F4D0F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xmlns="" id="{9F696CCD-6826-7E03-C9F2-76B5BC1397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91A24A50-A008-86B3-5F54-E8B7B3A9C7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xmlns="" id="{C476D228-FB57-F7F8-C68A-E3413EFE8E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xmlns="" id="{03673381-EECC-4D46-EDE7-C5E028BE1F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xmlns="" id="{4441DE95-147E-9B38-A464-7A9CF35CE2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67174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xmlns="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xmlns="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xmlns="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xmlns="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xmlns="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xmlns="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xmlns="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xmlns="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xmlns="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xmlns="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xmlns="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53E59676-000B-23C4-A79E-6F7EF618E4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D8FF8B4-211F-D599-8942-4CEA19F21D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8F73199D-15C0-5009-084E-702074F044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0B3DC668-E35A-3B70-A10C-247B5A01BB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24143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xmlns="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53E59676-000B-23C4-A79E-6F7EF618E4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1D8FF8B4-211F-D599-8942-4CEA19F21D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8F73199D-15C0-5009-084E-702074F044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0B3DC668-E35A-3B70-A10C-247B5A01BB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7135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xmlns="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xmlns="" id="{693E4553-C52A-1094-51E7-50535E7697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xmlns="" id="{19C42F7F-708C-263A-B3B6-00E85FDE08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xmlns="" id="{12D9E626-EA86-5127-0C73-7BCA5CC970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xmlns="" id="{E36196F9-2EDE-D6C7-C18F-0CA6607F67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72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89415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xmlns="" id="{78FE1527-C73A-10FD-DC23-1B90C0C209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9606E1E0-F3DA-894A-2D3C-A22A48141A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D037B66F-8A88-B401-B56A-B1819D1B72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xmlns="" id="{38B4A883-7D2B-B3A4-E71C-97A5282E45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xmlns="" id="{33DD5763-4396-FB3F-84CF-397FE27E14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xmlns="" id="{79FFE37C-246F-C521-201C-7A3929C754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xmlns="" id="{F03D9D30-3DEA-8443-E734-46EB19A66C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xmlns="" id="{CFF138E9-CABA-E863-0725-2AF946DDF0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9192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xmlns="" id="{0BBEF3D7-DB5B-7581-44D1-A96990F4C8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xmlns="" id="{AA1200B2-C1B6-992C-FCB0-92D95EFEB4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xmlns="" id="{3F37E9B1-B103-4DC6-4C5C-CBAE64410D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xmlns="" id="{ACE39DDF-DFF5-AB6F-F487-951C570FCC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xmlns="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xmlns="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7752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xmlns="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xmlns="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FEF11A17-6EB4-B345-9C96-E6F438C8A6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xmlns="" id="{3B3BEDEF-57A1-D087-1E15-6B0456EC5B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10E338B6-58A3-91A4-F5EB-CD40D614F8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5AD26084-EDDC-61FF-5474-7DF349CC75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82136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146832F4-CE37-2BF9-DDF5-11B7ABE0B9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xmlns="" id="{7DBA236D-4EBB-E514-DF68-7891C120AD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5A191311-3AF4-ADF9-7C92-3ED08ED5EA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xmlns="" id="{ED7C5B45-BE42-B3FC-6515-F1F37CCC2B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47383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xmlns="" id="{274252EB-C02E-C37B-E2A2-ABBFED7427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xmlns="" id="{66E27A39-E979-7436-99F0-9EE45FC890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xmlns="" id="{ACA57297-62CA-9D0A-0CFD-396A7514D3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xmlns="" id="{389D975E-EBA4-68ED-C38F-B40A2C9DC6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07788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xmlns="" id="{9702558A-53E4-8EAB-6E0F-09871DB4F6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4D9D4F1C-0061-C3CC-D460-24FDA6B88E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xmlns="" id="{BE74AEB5-27F7-D3F7-353D-F0C293E28A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xmlns="" id="{038BAB3B-0C8B-44FB-985D-D01959AF8B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1064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xmlns="" id="{F32ACEC3-9042-9CA8-6E03-E51EC9B00D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xmlns="" id="{C406346C-7029-3258-5052-CEF732EAE2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xmlns="" id="{1525127B-EAD0-C6C2-5539-A82B684A5C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xmlns="" id="{0AD2D883-EB46-4708-231E-8E06FFCC0C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92514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8CE92327-3D7D-91A2-CBCF-20D7848814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xmlns="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xmlns="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xmlns="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xmlns="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xmlns="" id="{72328280-7591-87BA-48BC-57154E8F92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7E2E09B4-079D-3AC2-569B-351AC77F30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78662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xmlns="" id="{67A2B41B-7B73-7F7C-BDE4-B64E367EFC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xmlns="" id="{ECD5DF8A-9681-079A-0E04-84852AD0BE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xmlns="" id="{826C698D-FB25-B1C4-B155-8945F76033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xmlns="" id="{0DCB0DA2-1A73-EDEF-65E1-746EFDD23C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529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xmlns="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xmlns="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xmlns="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xmlns="" id="{FB09EC07-8CA4-4E29-5495-97F9FF9094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xmlns="" id="{7907203D-D192-301A-C181-9D4573A85D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xmlns="" id="{C631F856-0C45-8546-C095-0C0B6F3792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xmlns="" id="{924F2AA6-5AE1-A2E0-1742-8C4205481A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3042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xmlns="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xmlns="" id="{4FEF3EBE-C792-9A19-4F3A-11F8E85215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xmlns="" id="{32DD04BE-0EC2-B435-EC39-F70F0B4D4CD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xmlns="" id="{C7346FF1-1F4E-6102-72E8-B661677DE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xmlns="" id="{281C9290-51EF-B467-0F94-917BE4AB6A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2371078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xmlns="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xmlns="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xmlns="" id="{1D8A0EC4-4B8F-427F-7E90-7A7BCDFFE6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xmlns="" id="{7710114B-0C3A-98B0-CCBD-1242ACA3FC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xmlns="" id="{0F1B5886-DB08-F251-544B-FA1B14D51C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xmlns="" id="{0BA04B21-2519-6018-CD0C-897EC7ACF9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0540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xmlns="" id="{4774B974-C60E-962D-A2BF-A8D91844B4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xmlns="" id="{38ED7D40-86A1-ABCA-9230-F31126FBD3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xmlns="" id="{644CC40D-4D0B-8820-3E77-FF38C10EF7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xmlns="" id="{F876AF74-00A8-A58C-C900-156CB37EC3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007427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xmlns="" id="{7A021801-1E66-C93E-CA81-2F4A5B6D06E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1DE776DA-FCE8-B4E5-0C47-C09678BFF5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xmlns="" id="{4850E7C7-C469-6C82-35B3-A4D50FA382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xmlns="" id="{BDD13537-C329-9582-A499-5B198F35CB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9408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xmlns="" id="{A7FA8BD1-9A20-5381-CC5C-A27497B1FE1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xmlns="" id="{FCD0DE49-3A7C-EE4C-61A3-FAF4F1B225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xmlns="" id="{767B11D7-CD08-FAED-9296-4800252357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xmlns="" id="{50CF2599-B950-2167-E974-CC7481C78A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66484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xmlns="" id="{69F1C76D-67DE-DFCB-797B-209A9222EE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xmlns="" id="{2D7E2290-C841-FA30-B540-94E323C37D8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xmlns="" id="{98CB2567-FE22-5916-E6EE-BF2E420C8C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xmlns="" id="{061982EF-A562-8BFF-583D-EB011D5641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6832110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xmlns="" id="{697E7E97-2AF1-DCEF-1577-E6BB3BF3A4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xmlns="" id="{E9317DCD-DD5B-9395-5430-ADD837B166A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xmlns="" id="{FD993BD8-30E5-EFEA-32A5-68475D04F0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xmlns="" id="{0AA84551-1089-1E65-5C17-6F400C1EAD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4371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xmlns="" id="{EDC08D2B-BE98-2387-126D-01CA1E3513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EDB9B957-9A7F-6030-9FD9-7190608C4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xmlns="" id="{E30A39C3-B004-B36E-236D-BDD46BB5E8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xmlns="" id="{C16C57F0-678F-7C1D-45CA-3A0EEF6DAF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07400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xmlns="" id="{9731B2A6-3038-F565-C577-E69DD5BC67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xmlns="" id="{A67BA275-E7E6-7053-A026-EB3872622C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xmlns="" id="{7F446589-4583-8647-CFA5-49008F0B92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xmlns="" id="{B5B742C4-F546-E27E-53EA-AC608C081B5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4408305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xmlns="" id="{F2F4F436-2885-E919-59D1-9F4B724611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xmlns="" id="{19B02536-A5B7-CFE8-D253-CC3FCA1738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xmlns="" id="{99ACFEDC-62BE-1738-94DB-A9A8474234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xmlns="" id="{0C3F2215-0CD2-E69F-A2BD-8DFCDB37BB6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24722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xmlns="" id="{481F23A8-0C6F-3F32-0B98-06736333DE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xmlns="" id="{BC56C0F3-A0B5-A7A6-A072-97B2A57226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xmlns="" id="{9D199749-F152-56FE-4504-73DF7E157A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xmlns="" id="{95BDD05D-8B5F-8B0A-B47B-E97C0D386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064987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xmlns="" id="{69458B26-18DF-0F22-F73B-FBF0117ABD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xmlns="" id="{29454459-F726-2777-3904-98ED43017A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xmlns="" id="{4AFF45CF-7D31-04CD-2EDB-8FBEADAE8F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xmlns="" id="{7EC0A88E-95E4-54C0-4C7B-90A8A6AD7D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5890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xmlns="" id="{D093A1E9-14E7-F1BD-8AD3-0926AC48C3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xmlns="" id="{1C082F9D-17F7-A6A3-6F59-395DBD040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xmlns="" id="{40635C57-C6B6-95FF-FF70-8E4EC721DB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xmlns="" id="{64C0BF67-AD24-8BA3-7BFE-4FC4B3109D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451093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xmlns="" id="{88041669-6793-077D-9837-4A969A824B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xmlns="" id="{AC3F6980-A0AE-0D20-BB5F-49A0022004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xmlns="" id="{02937DA2-B26D-43F5-EA04-BE9925EF44C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xmlns="" id="{EBDA1D10-E930-CB39-86A5-FA42DB4228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4254327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xmlns="" id="{93E8DDA7-6F09-A45D-D2CD-D785473EF0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xmlns="" id="{67B1242D-E100-7A0B-1A2F-727DD99340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xmlns="" id="{D3D4B49A-33A3-4552-3BC7-AFEDF4F565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xmlns="" id="{539B139C-807D-C305-EDA8-691E0DFB62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6987820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93814EA-F598-EBFD-83D1-6782D7CBB5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xmlns="" id="{699D7479-A95C-B9AB-8F14-BDAE9D9971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xmlns="" id="{36AD101D-8188-88D0-9B81-9437DD5E36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xmlns="" id="{1148622B-2A3E-B519-D517-B1227723B3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xmlns="" id="{0B9E09DF-714D-90DF-B3AD-44EABE33E3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732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xmlns="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xmlns="" id="{FB298429-8DA5-BFFD-51EB-A90E073B0C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xmlns="" id="{3C3643E2-FB9D-A282-05D4-4ADCA28D37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xmlns="" id="{71D24C1E-2499-ECF1-B8DF-E0B4343EA4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xmlns="" id="{2B0AE408-95C0-A98F-93FE-469A71B648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2559012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xmlns="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xmlns="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0CC74BB1-A215-A0A5-E737-8BCC4B63BA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xmlns="" id="{EBEFF781-B473-6F4A-B48E-4BDDBDA22A8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F9949D4-4863-4EB4-07B7-1DE490BE57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xmlns="" id="{C66188E6-7A98-AC66-FEEF-2258A532A8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672661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xmlns="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xmlns="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0D3E5FC2-5685-46E9-2717-E0629E608C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xmlns="" id="{C526560E-0081-7213-2B8C-2BEC157A21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39A8E9E-14B4-DCD2-5039-79CFB34422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xmlns="" id="{DBFDC890-4416-3434-05AF-08ECA9FC95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07681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xmlns="" id="{AD384D22-7069-5A9F-31CA-EEDEA8AAF2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xmlns="" id="{6AE04790-7C0A-5078-4BBB-C4DBA56336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xmlns="" id="{5111550E-DD6C-68D9-796D-CC69B24BB8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xmlns="" id="{29EB5C97-94A5-1E7B-8EEE-F0194617F2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7893542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CE66BBE-3119-84C9-214F-FCCB3DF5A6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xmlns="" id="{37AA86A7-00D3-E74F-78A0-15D0D5E6779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xmlns="" id="{E6BF3A7D-5E07-57E7-65BD-0684EBF6BC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xmlns="" id="{8DC52BC5-949D-F72A-1862-B4C2DF8ADF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xmlns="" id="{64EF6841-D3F8-5018-9386-312A1A88CA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58222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xmlns="" id="{9DEA9FFE-FE2C-A2CF-6A54-6A11FD0459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xmlns="" id="{7F3191B1-5F85-BFE9-41AB-CC31EB42A1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B0AFCBF-0E31-230A-60F4-103AA780AE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xmlns="" id="{15B40AB6-F47D-71EB-5487-2535D533CE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20880F52-3352-D5BD-BC6D-2567B22B1D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693C49F-06BF-DE6C-456D-E415925B37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88862990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xmlns="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xmlns="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xmlns="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xmlns="" id="{0792B4B1-A255-634B-7113-0BE8BAE88A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xmlns="" id="{3E17EB6F-9BB3-4A94-402E-FAD02B2C59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xmlns="" id="{B5C09CFD-5DB4-D507-3AC9-437BB1B64D3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xmlns="" id="{3D77659E-88C7-E969-8E1D-2B9E7B0953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47967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xmlns="" id="{03AB0DEF-0DAF-10A0-D371-A2D5CFF307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xmlns="" id="{CE00B65A-4DD3-A66E-7B7D-B1480BCB5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xmlns="" id="{69C3029D-7FB9-5E45-82D3-D6A8844A68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xmlns="" id="{BE1498E0-4720-9D5C-04B8-B5A8136185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260893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xmlns="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xmlns="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xmlns="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xmlns="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xmlns="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xmlns="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xmlns="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xmlns="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xmlns="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xmlns="" id="{ED3CEBA7-0265-2989-2EC6-ED2043F337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xmlns="" id="{A25533D8-30B7-6701-E92E-C0BA672DCCE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xmlns="" id="{C35F9418-7400-2BD9-AE41-597ECEA379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xmlns="" id="{C0743258-BC4B-50FD-71BE-9D97DF0A87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47885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xmlns="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xmlns="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xmlns="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xmlns="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xmlns="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xmlns="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xmlns="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xmlns="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xmlns="" id="{9495CF4B-5A18-C9CB-401F-E668B73D1D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xmlns="" id="{A3A58E7B-24DB-5995-5E8D-E19B88CD12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xmlns="" id="{7AEF2BAC-C579-9EFD-2089-8AAF5C6A93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xmlns="" id="{5D70562F-DEEF-5606-F5E8-63AEA8B627A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450604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xmlns="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xmlns="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xmlns="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xmlns="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xmlns="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xmlns="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xmlns="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xmlns="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xmlns="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xmlns="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xmlns="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xmlns="" id="{EB1495DF-573A-3AAB-5854-8A09491BAA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BD49C3F5-81F6-6E72-50FF-8F3AEFA131C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2EEEEF2-460E-B70B-6230-10A7994EF0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xmlns="" id="{C4E3626D-71B6-6652-8FE1-40921DF056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220220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xmlns="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xmlns="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xmlns="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xmlns="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xmlns="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xmlns="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xmlns="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xmlns="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xmlns="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xmlns="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xmlns="" id="{516C1398-A7AF-C02F-934D-C37C5E987D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xmlns="" id="{9B38EA50-6705-E42C-3897-B0D76FAA8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3BF1543-7A6B-249C-1650-3EFEB63C1E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xmlns="" id="{BBAD9B21-7393-1499-E59D-EA109D80C8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012475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xmlns="" id="{CC5A7648-D01A-875E-E9BB-ED5949D478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xmlns="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xmlns="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xmlns="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xmlns="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xmlns="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xmlns="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xmlns="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xmlns="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xmlns="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xmlns="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xmlns="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xmlns="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xmlns="" id="{41B0960E-E397-9136-EE2E-F2595BA18E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xmlns="" id="{89DDA4E8-D382-3D12-576D-43FB555E0E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4757695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54193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xmlns="" id="{0322356F-D701-4C42-BB8B-523069A775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xmlns="" id="{2E841F2B-D332-09D0-EBCB-48E8FBC6D38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xmlns="" id="{5024EB45-DF26-BF12-BFEF-CA485F4D95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xmlns="" id="{B1D17E64-4E73-BCCA-9364-C59A3D2260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88489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xmlns="" id="{F978EDC5-9ECC-A0CA-79B2-E1099D0523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xmlns="" id="{5CC0BF8E-63A7-7E59-17B3-46BB432D55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xmlns="" id="{7C16A068-4B31-D509-6638-F057A8F5CF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xmlns="" id="{ED2C66E4-77A5-559A-C4D6-22E169AE6F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952500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xmlns="" id="{EB1DE042-7AE4-75AA-1CFC-259030057C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xmlns="" id="{AB955153-AC29-8EA8-DE1E-EF143A129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5CBF393-915A-6526-812F-61956DD2ED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xmlns="" id="{36817505-F187-6307-3AA7-E870199259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84800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7433D9-FD02-59E2-0F81-A0B7201D2DA0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053FFEDA-E57B-DF13-2394-A1514E15F85A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xmlns="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xmlns="" id="{7C2CB355-42E5-6CAD-CDA4-04E8698C78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xmlns="" id="{7F51CA23-0DF4-94C6-A295-9A6ED5AA70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xmlns="" id="{78973DDC-FE45-271D-D333-1265C63DC4F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xmlns="" id="{98BB5E17-8DB4-2B6A-4A48-E57456A312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19102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xmlns="" id="{590E6AF1-4025-C539-6638-597177D00B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xmlns="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xmlns="" id="{0F266249-25B1-EF53-33EB-FA594F7F68B4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xmlns="" id="{5917FF65-0254-002E-D43D-FF8B5E603B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xmlns="" id="{3D6108ED-5598-D9CD-3F7C-E35B4C8BBB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xmlns="" id="{21EB73BE-3F32-B696-CCF3-3120CC026F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xmlns="" id="{A7A3C520-412F-3B3C-3DD2-BA1FA9970C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xmlns="" id="{99367659-61EC-44B3-A73E-47A6D3C10F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xmlns="" id="{14EDCCCA-96A0-0D33-9C7F-224DCB3D55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xmlns="" id="{2C55E30B-D458-A8B6-11AB-5FAEA926BF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xmlns="" id="{81D1A457-4F77-6BE6-3713-4638E83D6D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25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xmlns="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3" r:id="rId4"/>
    <p:sldLayoutId id="2147483707" r:id="rId5"/>
    <p:sldLayoutId id="2147483650" r:id="rId6"/>
    <p:sldLayoutId id="2147483654" r:id="rId7"/>
    <p:sldLayoutId id="2147483754" r:id="rId8"/>
    <p:sldLayoutId id="2147483755" r:id="rId9"/>
    <p:sldLayoutId id="2147483760" r:id="rId10"/>
    <p:sldLayoutId id="2147483761" r:id="rId11"/>
    <p:sldLayoutId id="2147483762" r:id="rId12"/>
    <p:sldLayoutId id="2147483662" r:id="rId13"/>
    <p:sldLayoutId id="2147483763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2" r:id="rId23"/>
    <p:sldLayoutId id="2147483671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752" r:id="rId43"/>
    <p:sldLayoutId id="2147483753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756" r:id="rId52"/>
    <p:sldLayoutId id="2147483757" r:id="rId53"/>
    <p:sldLayoutId id="2147483758" r:id="rId54"/>
    <p:sldLayoutId id="2147483759" r:id="rId55"/>
    <p:sldLayoutId id="2147483698" r:id="rId56"/>
    <p:sldLayoutId id="2147483699" r:id="rId57"/>
    <p:sldLayoutId id="2147483700" r:id="rId58"/>
    <p:sldLayoutId id="2147483701" r:id="rId59"/>
    <p:sldLayoutId id="2147483702" r:id="rId60"/>
    <p:sldLayoutId id="2147483661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D3872E-D8F0-BF64-FC5F-317F5A47D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0628" y="482261"/>
            <a:ext cx="5824186" cy="3987799"/>
          </a:xfrm>
        </p:spPr>
        <p:txBody>
          <a:bodyPr/>
          <a:lstStyle/>
          <a:p>
            <a:r>
              <a:rPr lang="en-US" altLang="zh-CN" dirty="0" smtClean="0"/>
              <a:t>Employee Payroll Management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BF48FAAD-5698-8F60-B5F5-D8E6848186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628" y="5717548"/>
            <a:ext cx="2681657" cy="278303"/>
          </a:xfrm>
        </p:spPr>
        <p:txBody>
          <a:bodyPr/>
          <a:lstStyle/>
          <a:p>
            <a:r>
              <a:rPr lang="en-US" dirty="0" smtClean="0"/>
              <a:t>Sarth Thakar – IT049</a:t>
            </a:r>
            <a:endParaRPr lang="en-US" dirty="0"/>
          </a:p>
        </p:txBody>
      </p:sp>
      <p:pic>
        <p:nvPicPr>
          <p:cNvPr id="7" name="Picture Placeholder 6" descr="AI-generated image of a close-up shot of a smiling woman in a yellow sweater">
            <a:extLst>
              <a:ext uri="{FF2B5EF4-FFF2-40B4-BE49-F238E27FC236}">
                <a16:creationId xmlns:a16="http://schemas.microsoft.com/office/drawing/2014/main" xmlns="" id="{E2BED5B4-2DEA-47BF-036D-691EEE7D2772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 l="17" r="17"/>
          <a:stretch/>
        </p:blipFill>
        <p:spPr>
          <a:xfrm>
            <a:off x="7065818" y="1331046"/>
            <a:ext cx="3772303" cy="4914460"/>
          </a:xfr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xmlns="" id="{BF48FAAD-5698-8F60-B5F5-D8E6848186B7}"/>
              </a:ext>
            </a:extLst>
          </p:cNvPr>
          <p:cNvSpPr txBox="1">
            <a:spLocks/>
          </p:cNvSpPr>
          <p:nvPr/>
        </p:nvSpPr>
        <p:spPr>
          <a:xfrm>
            <a:off x="919335" y="5961389"/>
            <a:ext cx="2681657" cy="27830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 err="1" smtClean="0"/>
              <a:t>Vishal</a:t>
            </a:r>
            <a:r>
              <a:rPr lang="en-US" sz="1600" dirty="0" smtClean="0"/>
              <a:t> </a:t>
            </a:r>
            <a:r>
              <a:rPr lang="en-US" sz="1600" dirty="0" err="1" smtClean="0"/>
              <a:t>Parmar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IT061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0628" y="4601515"/>
            <a:ext cx="5824186" cy="876323"/>
          </a:xfrm>
        </p:spPr>
        <p:txBody>
          <a:bodyPr/>
          <a:lstStyle/>
          <a:p>
            <a:r>
              <a:rPr lang="en-US" sz="2400" dirty="0" smtClean="0"/>
              <a:t>“Desktop Application for Payroll Automation”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274281614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07F69-41ED-30F5-166A-551B5D0C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0208"/>
            <a:ext cx="10504000" cy="1132258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24B31C9-771F-A407-D89F-280DF73B2FE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1916273"/>
            <a:ext cx="5121035" cy="78896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+mn-lt"/>
              </a:rPr>
              <a:t>Why payroll management is important?</a:t>
            </a:r>
            <a:endParaRPr lang="en-US" altLang="zh-CN" b="1" noProof="1"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2F71CB5A-5B72-C38E-7D7E-F648B3709E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2" y="2829202"/>
            <a:ext cx="10228478" cy="720588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Payroll ensures accurate and timely salary payments to employees. It also improves employee satisfaction and reduces financial errors. 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8F99EFA3-031E-E36A-8AD1-8C56185D1B2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3351662"/>
            <a:ext cx="6675515" cy="78896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+mn-lt"/>
              </a:rPr>
              <a:t>Problems with Manual Payroll Systems</a:t>
            </a:r>
            <a:endParaRPr lang="en-US" b="1" noProof="1">
              <a:latin typeface="+mn-lt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xmlns="" id="{C2D00FDD-9F14-449E-3CD7-6B5341C37C9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4264591"/>
            <a:ext cx="10097848" cy="720588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Manual systems are time-consuming, error-prone, and hard to track. They also lack proper data security and record tracking.</a:t>
            </a:r>
            <a:endParaRPr lang="en-US" altLang="zh-CN" noProof="1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xmlns="" id="{8F99EFA3-031E-E36A-8AD1-8C56185D1B2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79912" y="4536028"/>
            <a:ext cx="6675515" cy="78896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+mn-lt"/>
              </a:rPr>
              <a:t>Objective of Project</a:t>
            </a:r>
            <a:endParaRPr lang="en-US" b="1" noProof="1">
              <a:latin typeface="+mn-lt"/>
            </a:endParaRPr>
          </a:p>
        </p:txBody>
      </p:sp>
      <p:sp>
        <p:nvSpPr>
          <p:cNvPr id="35" name="Content Placeholder 13">
            <a:extLst>
              <a:ext uri="{FF2B5EF4-FFF2-40B4-BE49-F238E27FC236}">
                <a16:creationId xmlns:a16="http://schemas.microsoft.com/office/drawing/2014/main" xmlns="" id="{C2D00FDD-9F14-449E-3CD7-6B5341C37C9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0047" y="5448957"/>
            <a:ext cx="10097848" cy="720588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To automate salary calculation and record management using Python. The system aims to improve accuracy, speed, and data security in payroll.</a:t>
            </a:r>
            <a:endParaRPr lang="en-US" altLang="zh-CN" noProof="1"/>
          </a:p>
        </p:txBody>
      </p:sp>
    </p:spTree>
    <p:extLst>
      <p:ext uri="{BB962C8B-B14F-4D97-AF65-F5344CB8AC3E}">
        <p14:creationId xmlns:p14="http://schemas.microsoft.com/office/powerpoint/2010/main" xmlns="" val="3656576612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7DBF8C-DE05-CDCC-8A93-E9CF8DD1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395" y="886783"/>
            <a:ext cx="9386350" cy="1132258"/>
          </a:xfrm>
        </p:spPr>
        <p:txBody>
          <a:bodyPr/>
          <a:lstStyle/>
          <a:p>
            <a:r>
              <a:rPr lang="en-US" dirty="0" smtClean="0"/>
              <a:t>Project 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369B94-B996-1CE7-AD33-7FA000997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1600" dirty="0" smtClean="0"/>
              <a:t>Automating salary calculation.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/>
              <a:t> Easy retrieval and management of payroll data.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The system automates salary calculation to reduce errors and save time. It securely allows easy retrieval for efficient payroll management.</a:t>
            </a:r>
            <a:endParaRPr lang="en-GB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3016" y="2465613"/>
            <a:ext cx="56197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28239712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635989-D16D-49E3-0B23-EF6D950B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394" y="886783"/>
            <a:ext cx="9386351" cy="1132258"/>
          </a:xfrm>
        </p:spPr>
        <p:txBody>
          <a:bodyPr/>
          <a:lstStyle/>
          <a:p>
            <a:pPr lvl="0"/>
            <a:r>
              <a:rPr lang="en-US" dirty="0" smtClean="0"/>
              <a:t>Database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CC583E-C6DE-280C-5CB1-CCFC8F4CD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794" y="2698032"/>
            <a:ext cx="9720951" cy="2957429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The Employee Payroll Management System uses a single </a:t>
            </a:r>
            <a:r>
              <a:rPr lang="en-US" dirty="0" err="1" smtClean="0"/>
              <a:t>SQLite</a:t>
            </a:r>
            <a:r>
              <a:rPr lang="en-US" dirty="0" smtClean="0"/>
              <a:t> database named </a:t>
            </a:r>
            <a:r>
              <a:rPr lang="en-US" dirty="0" err="1" smtClean="0"/>
              <a:t>emp.db</a:t>
            </a:r>
            <a:r>
              <a:rPr lang="en-US" dirty="0" smtClean="0"/>
              <a:t> with a main table called </a:t>
            </a:r>
            <a:r>
              <a:rPr lang="en-US" dirty="0" err="1" smtClean="0"/>
              <a:t>e_salary</a:t>
            </a:r>
            <a:r>
              <a:rPr lang="en-US" dirty="0" smtClean="0"/>
              <a:t>. This table stores both employee personal information and salary details. Each employee is uniquely identified by the </a:t>
            </a:r>
            <a:r>
              <a:rPr lang="en-US" b="1" dirty="0" smtClean="0"/>
              <a:t>Employee Code</a:t>
            </a:r>
            <a:r>
              <a:rPr lang="en-US" dirty="0" smtClean="0"/>
              <a:t>, which serves as the primary key. Other personal details include </a:t>
            </a:r>
            <a:r>
              <a:rPr lang="en-US" b="1" dirty="0" smtClean="0"/>
              <a:t>Name</a:t>
            </a:r>
            <a:r>
              <a:rPr lang="en-US" dirty="0" smtClean="0"/>
              <a:t>, </a:t>
            </a:r>
            <a:r>
              <a:rPr lang="en-US" b="1" dirty="0" smtClean="0"/>
              <a:t>Designation</a:t>
            </a:r>
            <a:r>
              <a:rPr lang="en-US" dirty="0" smtClean="0"/>
              <a:t>, </a:t>
            </a:r>
            <a:r>
              <a:rPr lang="en-US" b="1" dirty="0" smtClean="0"/>
              <a:t>Age</a:t>
            </a:r>
            <a:r>
              <a:rPr lang="en-US" dirty="0" smtClean="0"/>
              <a:t>, </a:t>
            </a:r>
            <a:r>
              <a:rPr lang="en-US" b="1" dirty="0" smtClean="0"/>
              <a:t>Gender</a:t>
            </a:r>
            <a:r>
              <a:rPr lang="en-US" dirty="0" smtClean="0"/>
              <a:t>, </a:t>
            </a:r>
            <a:r>
              <a:rPr lang="en-US" b="1" dirty="0" smtClean="0"/>
              <a:t>Email</a:t>
            </a:r>
            <a:r>
              <a:rPr lang="en-US" dirty="0" smtClean="0"/>
              <a:t>, </a:t>
            </a:r>
            <a:r>
              <a:rPr lang="en-US" b="1" dirty="0" smtClean="0"/>
              <a:t>Hiring Location</a:t>
            </a:r>
            <a:r>
              <a:rPr lang="en-US" dirty="0" smtClean="0"/>
              <a:t>, </a:t>
            </a:r>
            <a:r>
              <a:rPr lang="en-US" b="1" dirty="0" smtClean="0"/>
              <a:t>Date of Birth</a:t>
            </a:r>
            <a:r>
              <a:rPr lang="en-US" dirty="0" smtClean="0"/>
              <a:t>, </a:t>
            </a:r>
            <a:r>
              <a:rPr lang="en-US" b="1" dirty="0" smtClean="0"/>
              <a:t>Date of Joining</a:t>
            </a:r>
            <a:r>
              <a:rPr lang="en-US" dirty="0" smtClean="0"/>
              <a:t>, </a:t>
            </a:r>
            <a:r>
              <a:rPr lang="en-US" b="1" dirty="0" smtClean="0"/>
              <a:t>Proof ID type</a:t>
            </a:r>
            <a:r>
              <a:rPr lang="en-US" dirty="0" smtClean="0"/>
              <a:t>, </a:t>
            </a:r>
            <a:r>
              <a:rPr lang="en-US" b="1" dirty="0" smtClean="0"/>
              <a:t>Contact Number</a:t>
            </a:r>
            <a:r>
              <a:rPr lang="en-US" dirty="0" smtClean="0"/>
              <a:t>, </a:t>
            </a:r>
            <a:r>
              <a:rPr lang="en-US" b="1" dirty="0" smtClean="0"/>
              <a:t>Employment Status</a:t>
            </a:r>
            <a:r>
              <a:rPr lang="en-US" dirty="0" smtClean="0"/>
              <a:t>, </a:t>
            </a:r>
            <a:r>
              <a:rPr lang="en-US" b="1" dirty="0" smtClean="0"/>
              <a:t>Years of Experience</a:t>
            </a:r>
            <a:r>
              <a:rPr lang="en-US" dirty="0" smtClean="0"/>
              <a:t>, and </a:t>
            </a:r>
            <a:r>
              <a:rPr lang="en-US" b="1" dirty="0" smtClean="0"/>
              <a:t>Address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Salary-related fields include </a:t>
            </a:r>
            <a:r>
              <a:rPr lang="en-US" b="1" dirty="0" smtClean="0"/>
              <a:t>Month</a:t>
            </a:r>
            <a:r>
              <a:rPr lang="en-US" dirty="0" smtClean="0"/>
              <a:t>, </a:t>
            </a:r>
            <a:r>
              <a:rPr lang="en-US" b="1" dirty="0" smtClean="0"/>
              <a:t>Year</a:t>
            </a:r>
            <a:r>
              <a:rPr lang="en-US" dirty="0" smtClean="0"/>
              <a:t>, </a:t>
            </a:r>
            <a:r>
              <a:rPr lang="en-US" b="1" dirty="0" smtClean="0"/>
              <a:t>Basic Salary</a:t>
            </a:r>
            <a:r>
              <a:rPr lang="en-US" dirty="0" smtClean="0"/>
              <a:t>, </a:t>
            </a:r>
            <a:r>
              <a:rPr lang="en-US" b="1" dirty="0" smtClean="0"/>
              <a:t>Total Days</a:t>
            </a:r>
            <a:r>
              <a:rPr lang="en-US" dirty="0" smtClean="0"/>
              <a:t>, </a:t>
            </a:r>
            <a:r>
              <a:rPr lang="en-US" b="1" dirty="0" smtClean="0"/>
              <a:t>Absent Days</a:t>
            </a:r>
            <a:r>
              <a:rPr lang="en-US" dirty="0" smtClean="0"/>
              <a:t>, </a:t>
            </a:r>
            <a:r>
              <a:rPr lang="en-US" b="1" dirty="0" smtClean="0"/>
              <a:t>Medical Deduction</a:t>
            </a:r>
            <a:r>
              <a:rPr lang="en-US" dirty="0" smtClean="0"/>
              <a:t>, </a:t>
            </a:r>
            <a:r>
              <a:rPr lang="en-US" b="1" dirty="0" smtClean="0"/>
              <a:t>Provident Fund Deduction (PF)</a:t>
            </a:r>
            <a:r>
              <a:rPr lang="en-US" dirty="0" smtClean="0"/>
              <a:t>, </a:t>
            </a:r>
            <a:r>
              <a:rPr lang="en-US" b="1" dirty="0" smtClean="0"/>
              <a:t>Conveyance Allowance</a:t>
            </a:r>
            <a:r>
              <a:rPr lang="en-US" dirty="0" smtClean="0"/>
              <a:t>, and the </a:t>
            </a:r>
            <a:r>
              <a:rPr lang="en-US" b="1" dirty="0" smtClean="0"/>
              <a:t>Net Salary</a:t>
            </a:r>
            <a:r>
              <a:rPr lang="en-US" dirty="0" smtClean="0"/>
              <a:t>, which is calculated based on the attendance and deductions. Additionally, a field called </a:t>
            </a:r>
            <a:r>
              <a:rPr lang="en-US" b="1" dirty="0" err="1" smtClean="0"/>
              <a:t>receipt_file</a:t>
            </a:r>
            <a:r>
              <a:rPr lang="en-US" dirty="0" smtClean="0"/>
              <a:t> stores the path to the employee’s salary receipt text file saved externally in the </a:t>
            </a:r>
            <a:r>
              <a:rPr lang="en-US" dirty="0" err="1" smtClean="0"/>
              <a:t>salary_receipts</a:t>
            </a:r>
            <a:r>
              <a:rPr lang="en-US" dirty="0" smtClean="0"/>
              <a:t> folder.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399977511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6273" y="307234"/>
            <a:ext cx="9386351" cy="1132258"/>
          </a:xfrm>
        </p:spPr>
        <p:txBody>
          <a:bodyPr/>
          <a:lstStyle/>
          <a:p>
            <a:r>
              <a:rPr lang="en-US" dirty="0" smtClean="0"/>
              <a:t>System Features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7128" y="1519707"/>
            <a:ext cx="10637948" cy="4829577"/>
          </a:xfrm>
        </p:spPr>
        <p:txBody>
          <a:bodyPr>
            <a:normAutofit fontScale="85000" lnSpcReduction="10000"/>
          </a:bodyPr>
          <a:lstStyle/>
          <a:p>
            <a:r>
              <a:rPr lang="en-US" sz="2000" b="1" dirty="0" smtClean="0"/>
              <a:t>Graphical User Interface (GUI):- </a:t>
            </a:r>
            <a:r>
              <a:rPr lang="en-US" sz="1800" dirty="0" smtClean="0"/>
              <a:t>Built using </a:t>
            </a:r>
            <a:r>
              <a:rPr lang="en-US" sz="1800" b="1" dirty="0" err="1" smtClean="0"/>
              <a:t>Tkinter</a:t>
            </a:r>
            <a:r>
              <a:rPr lang="en-US" sz="1800" b="1" dirty="0" smtClean="0"/>
              <a:t> (Python GUI library), </a:t>
            </a:r>
            <a:r>
              <a:rPr lang="en-US" sz="1800" dirty="0" smtClean="0"/>
              <a:t>Interactive and user-friendly design, Divided into structured frames: </a:t>
            </a:r>
            <a:r>
              <a:rPr lang="en-US" sz="1800" b="1" dirty="0" smtClean="0"/>
              <a:t>Employee Details </a:t>
            </a:r>
            <a:r>
              <a:rPr lang="en-US" sz="1800" b="1" dirty="0" err="1" smtClean="0"/>
              <a:t>Section,Salary</a:t>
            </a:r>
            <a:r>
              <a:rPr lang="en-US" sz="1800" b="1" dirty="0" smtClean="0"/>
              <a:t> Details </a:t>
            </a:r>
            <a:r>
              <a:rPr lang="en-US" sz="1800" b="1" dirty="0" err="1" smtClean="0"/>
              <a:t>Section,Calculator</a:t>
            </a:r>
            <a:r>
              <a:rPr lang="en-US" sz="1800" b="1" dirty="0" smtClean="0"/>
              <a:t> Section, Salary Receipt Section.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2000" b="1" dirty="0" smtClean="0"/>
              <a:t>Employee Management:- </a:t>
            </a:r>
            <a:r>
              <a:rPr lang="en-US" sz="1800" dirty="0" smtClean="0"/>
              <a:t>Add, Search, Update, Delete employee records.</a:t>
            </a:r>
            <a:br>
              <a:rPr lang="en-US" sz="1800" dirty="0" smtClean="0"/>
            </a:br>
            <a:r>
              <a:rPr lang="en-US" sz="2000" b="1" dirty="0" smtClean="0"/>
              <a:t>Salary Calculation System:- </a:t>
            </a:r>
            <a:r>
              <a:rPr lang="en-US" sz="1800" dirty="0" smtClean="0"/>
              <a:t>Auto-calculates </a:t>
            </a:r>
            <a:r>
              <a:rPr lang="en-US" sz="1800" b="1" dirty="0" smtClean="0"/>
              <a:t>Net Salary</a:t>
            </a:r>
            <a:r>
              <a:rPr lang="en-US" sz="1800" dirty="0" smtClean="0"/>
              <a:t> based </a:t>
            </a:r>
            <a:r>
              <a:rPr lang="en-US" sz="1800" dirty="0" err="1" smtClean="0"/>
              <a:t>on:Basic</a:t>
            </a:r>
            <a:r>
              <a:rPr lang="en-US" sz="1800" dirty="0" smtClean="0"/>
              <a:t> Salary, Total Days / Absent </a:t>
            </a:r>
            <a:r>
              <a:rPr lang="en-US" sz="1800" dirty="0" err="1" smtClean="0"/>
              <a:t>Days,Medical</a:t>
            </a:r>
            <a:r>
              <a:rPr lang="en-US" sz="1800" dirty="0" smtClean="0"/>
              <a:t> </a:t>
            </a:r>
            <a:r>
              <a:rPr lang="en-US" sz="1800" dirty="0" err="1" smtClean="0"/>
              <a:t>Deduction,PF</a:t>
            </a:r>
            <a:r>
              <a:rPr lang="en-US" sz="1800" dirty="0" smtClean="0"/>
              <a:t> (Provident Fund), Deduction, Conveyance Allowance.</a:t>
            </a:r>
            <a:br>
              <a:rPr lang="en-US" sz="1800" dirty="0" smtClean="0"/>
            </a:br>
            <a:r>
              <a:rPr lang="en-US" sz="2000" b="1" dirty="0" smtClean="0"/>
              <a:t>Automated Date and Age Handling:- </a:t>
            </a:r>
            <a:r>
              <a:rPr lang="en-US" sz="1800" dirty="0" smtClean="0"/>
              <a:t>Uses </a:t>
            </a:r>
            <a:r>
              <a:rPr lang="en-US" sz="1800" b="1" dirty="0" err="1" smtClean="0"/>
              <a:t>tkcalendar.DateEntry</a:t>
            </a:r>
            <a:r>
              <a:rPr lang="en-US" sz="1800" dirty="0" smtClean="0"/>
              <a:t> for easy date selection, Automatically calculates </a:t>
            </a:r>
            <a:r>
              <a:rPr lang="en-US" sz="1800" b="1" dirty="0" smtClean="0"/>
              <a:t>Age</a:t>
            </a:r>
            <a:r>
              <a:rPr lang="en-US" sz="1800" dirty="0" smtClean="0"/>
              <a:t> from DOB, Restricts joining date — ensures employee is at least </a:t>
            </a:r>
            <a:r>
              <a:rPr lang="en-US" sz="1800" b="1" dirty="0" smtClean="0"/>
              <a:t>21 years old, </a:t>
            </a:r>
            <a:r>
              <a:rPr lang="en-US" sz="1800" dirty="0" smtClean="0"/>
              <a:t>Updates maximum experience based on age.</a:t>
            </a:r>
            <a:br>
              <a:rPr lang="en-US" sz="1800" dirty="0" smtClean="0"/>
            </a:br>
            <a:r>
              <a:rPr lang="en-US" sz="2000" b="1" dirty="0" smtClean="0"/>
              <a:t>Search and Display Functionality:- </a:t>
            </a:r>
            <a:r>
              <a:rPr lang="en-US" sz="1800" dirty="0" smtClean="0"/>
              <a:t>Search employee data by </a:t>
            </a:r>
            <a:r>
              <a:rPr lang="en-US" sz="1800" b="1" dirty="0" smtClean="0"/>
              <a:t>Employee Code,</a:t>
            </a:r>
            <a:r>
              <a:rPr lang="en-US" sz="1800" dirty="0" smtClean="0"/>
              <a:t> Fetches &amp; displays complete record.</a:t>
            </a:r>
            <a:br>
              <a:rPr lang="en-US" sz="1800" dirty="0" smtClean="0"/>
            </a:br>
            <a:r>
              <a:rPr lang="en-US" sz="2000" b="1" dirty="0" smtClean="0"/>
              <a:t>Database Integration (</a:t>
            </a:r>
            <a:r>
              <a:rPr lang="en-US" sz="2000" b="1" dirty="0" err="1" smtClean="0"/>
              <a:t>SQLite</a:t>
            </a:r>
            <a:r>
              <a:rPr lang="en-US" sz="2000" b="1" dirty="0" smtClean="0"/>
              <a:t>):- </a:t>
            </a:r>
            <a:r>
              <a:rPr lang="en-US" sz="1800" dirty="0" smtClean="0"/>
              <a:t>Stores and retrieves all employee salary, Prevents duplicate Employee Codes.</a:t>
            </a:r>
            <a:br>
              <a:rPr lang="en-US" sz="1800" dirty="0" smtClean="0"/>
            </a:br>
            <a:r>
              <a:rPr lang="en-US" sz="2000" b="1" dirty="0" smtClean="0"/>
              <a:t>Salary Receipt Generation:- </a:t>
            </a:r>
            <a:r>
              <a:rPr lang="en-US" sz="1800" dirty="0" smtClean="0"/>
              <a:t>Automatically generates Salary Slip, Supports </a:t>
            </a:r>
            <a:r>
              <a:rPr lang="en-US" sz="1800" b="1" dirty="0" smtClean="0"/>
              <a:t>saving receipts as text files,</a:t>
            </a:r>
            <a:r>
              <a:rPr lang="en-US" sz="1800" dirty="0" smtClean="0"/>
              <a:t> Provides a </a:t>
            </a:r>
            <a:r>
              <a:rPr lang="en-US" sz="1800" b="1" dirty="0" smtClean="0"/>
              <a:t>Print</a:t>
            </a:r>
            <a:r>
              <a:rPr lang="en-US" sz="1800" dirty="0" smtClean="0"/>
              <a:t> button.</a:t>
            </a:r>
            <a:br>
              <a:rPr lang="en-US" sz="1800" dirty="0" smtClean="0"/>
            </a:br>
            <a:r>
              <a:rPr lang="en-US" sz="2000" b="1" dirty="0" smtClean="0"/>
              <a:t>Built-in Calculator:- </a:t>
            </a:r>
            <a:r>
              <a:rPr lang="en-US" sz="1800" dirty="0" smtClean="0"/>
              <a:t>Integrated functional calculator for quick payroll math.</a:t>
            </a:r>
            <a:br>
              <a:rPr lang="en-US" sz="1800" dirty="0" smtClean="0"/>
            </a:br>
            <a:r>
              <a:rPr lang="en-US" sz="2000" b="1" dirty="0" smtClean="0"/>
              <a:t>Input Validation &amp; Error Handling:- </a:t>
            </a:r>
            <a:r>
              <a:rPr lang="en-US" sz="1800" dirty="0" err="1" smtClean="0"/>
              <a:t>Validates:Email</a:t>
            </a:r>
            <a:r>
              <a:rPr lang="en-US" sz="1800" dirty="0" smtClean="0"/>
              <a:t> format, Numeric Employee Code and Contact Number, Proper date , Experience and age relation, Displays error messages.</a:t>
            </a:r>
            <a:br>
              <a:rPr lang="en-US" sz="1800" dirty="0" smtClean="0"/>
            </a:br>
            <a:r>
              <a:rPr lang="en-US" sz="2000" b="1" dirty="0" smtClean="0"/>
              <a:t>Data Utility Features:- </a:t>
            </a:r>
            <a:r>
              <a:rPr lang="en-US" sz="1800" dirty="0" smtClean="0"/>
              <a:t>Clear Button, Delete Button, Update Button, Save Button.</a:t>
            </a:r>
            <a:br>
              <a:rPr lang="en-US" sz="1800" dirty="0" smtClean="0"/>
            </a:br>
            <a:r>
              <a:rPr lang="en-US" sz="2000" b="1" dirty="0" smtClean="0"/>
              <a:t>Dynamic Interface Feedback:- </a:t>
            </a:r>
            <a:r>
              <a:rPr lang="en-US" sz="1800" dirty="0" smtClean="0"/>
              <a:t>Buttons are dynamic, Scrollable salary receipt, Real-time calculated results.</a:t>
            </a:r>
            <a:br>
              <a:rPr lang="en-US" sz="1800" dirty="0" smtClean="0"/>
            </a:br>
            <a:r>
              <a:rPr lang="en-US" sz="2000" b="1" dirty="0" smtClean="0"/>
              <a:t>Additional Utilities:- </a:t>
            </a:r>
            <a:r>
              <a:rPr lang="en-US" sz="1800" dirty="0" smtClean="0"/>
              <a:t>Displays total days, Shows current date on salary slip, Custom footer.</a:t>
            </a:r>
            <a:endParaRPr lang="en-US" sz="18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7882" y="2356834"/>
            <a:ext cx="1365161" cy="7856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Login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69088" y="2354687"/>
            <a:ext cx="1365161" cy="7856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Dashboard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16969" y="5057104"/>
            <a:ext cx="1549758" cy="7856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Print/Export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69335" y="5054958"/>
            <a:ext cx="1365161" cy="7856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Generate Receipt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62660" y="5052811"/>
            <a:ext cx="1365161" cy="7856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Save to Database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30344" y="2358979"/>
            <a:ext cx="1599127" cy="7856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Add/Update Employee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388699" y="2369712"/>
            <a:ext cx="1481071" cy="7856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Calculate Salary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5" idx="3"/>
            <a:endCxn id="6" idx="1"/>
          </p:cNvCxnSpPr>
          <p:nvPr/>
        </p:nvCxnSpPr>
        <p:spPr>
          <a:xfrm flipV="1">
            <a:off x="1803043" y="2747493"/>
            <a:ext cx="1466045" cy="21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3"/>
            <a:endCxn id="10" idx="1"/>
          </p:cNvCxnSpPr>
          <p:nvPr/>
        </p:nvCxnSpPr>
        <p:spPr>
          <a:xfrm>
            <a:off x="4634249" y="2747493"/>
            <a:ext cx="1496095" cy="4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3"/>
            <a:endCxn id="11" idx="1"/>
          </p:cNvCxnSpPr>
          <p:nvPr/>
        </p:nvCxnSpPr>
        <p:spPr>
          <a:xfrm>
            <a:off x="7729471" y="2751785"/>
            <a:ext cx="1659228" cy="107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2"/>
            <a:endCxn id="7" idx="0"/>
          </p:cNvCxnSpPr>
          <p:nvPr/>
        </p:nvCxnSpPr>
        <p:spPr>
          <a:xfrm rot="5400000">
            <a:off x="8259652" y="3187520"/>
            <a:ext cx="1901781" cy="18373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1"/>
            <a:endCxn id="9" idx="3"/>
          </p:cNvCxnSpPr>
          <p:nvPr/>
        </p:nvCxnSpPr>
        <p:spPr>
          <a:xfrm rot="10800000">
            <a:off x="6327821" y="5445618"/>
            <a:ext cx="1189148" cy="42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9" idx="1"/>
            <a:endCxn id="8" idx="3"/>
          </p:cNvCxnSpPr>
          <p:nvPr/>
        </p:nvCxnSpPr>
        <p:spPr>
          <a:xfrm rot="10800000" flipV="1">
            <a:off x="3934496" y="5445616"/>
            <a:ext cx="1028164" cy="21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90918" y="2698032"/>
            <a:ext cx="9308827" cy="295742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1800" dirty="0" smtClean="0"/>
              <a:t>Time-saving and efficient.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Secure and reliable.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Easy data retrieval.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Accurate salary computation.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Simple and user-friendly interface.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&amp; Future Enhancements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26524" y="2698032"/>
            <a:ext cx="9373221" cy="2957429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b="1" dirty="0" smtClean="0"/>
              <a:t>Limitations: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Single-user access.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No online (cloud) connectivity.</a:t>
            </a:r>
          </a:p>
          <a:p>
            <a:pPr>
              <a:buFont typeface="Wingdings" pitchFamily="2" charset="2"/>
              <a:buChar char="v"/>
            </a:pPr>
            <a:r>
              <a:rPr lang="en-US" b="1" dirty="0" smtClean="0"/>
              <a:t>Future Enhancements:</a:t>
            </a: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Add multi-user login with roles (Admin, HR).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Integrate email </a:t>
            </a:r>
            <a:r>
              <a:rPr lang="en-US" dirty="0" err="1" smtClean="0"/>
              <a:t>payslip</a:t>
            </a:r>
            <a:r>
              <a:rPr lang="en-US" dirty="0" smtClean="0"/>
              <a:t> sending.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Generate analytical reports (salary trends).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Cloud-based database integration.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0C028-0252-4472-9630-911E31C0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21" y="103032"/>
            <a:ext cx="10504000" cy="1132258"/>
          </a:xfrm>
        </p:spPr>
        <p:txBody>
          <a:bodyPr/>
          <a:lstStyle/>
          <a:p>
            <a:pPr lvl="0"/>
            <a:r>
              <a:rPr lang="en-US" dirty="0" smtClean="0"/>
              <a:t>Screenshots / Demo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/>
          </p:nvPr>
        </p:nvSpPr>
        <p:spPr>
          <a:xfrm>
            <a:off x="5156412" y="5906148"/>
            <a:ext cx="2302536" cy="735130"/>
          </a:xfrm>
        </p:spPr>
        <p:txBody>
          <a:bodyPr/>
          <a:lstStyle/>
          <a:p>
            <a:r>
              <a:rPr lang="en-US" dirty="0" smtClean="0"/>
              <a:t>Employee Frame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2889" y="1081825"/>
            <a:ext cx="9000000" cy="5011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4227398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613771" y="2197100"/>
            <a:ext cx="6964457" cy="377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0C028-0252-4472-9630-911E31C0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21" y="103032"/>
            <a:ext cx="10504000" cy="1132258"/>
          </a:xfrm>
        </p:spPr>
        <p:txBody>
          <a:bodyPr/>
          <a:lstStyle/>
          <a:p>
            <a:pPr lvl="0"/>
            <a:r>
              <a:rPr lang="en-US" dirty="0" smtClean="0"/>
              <a:t>Screenshots / Demo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/>
          </p:nvPr>
        </p:nvSpPr>
        <p:spPr>
          <a:xfrm>
            <a:off x="4576860" y="5030385"/>
            <a:ext cx="3227735" cy="735130"/>
          </a:xfrm>
        </p:spPr>
        <p:txBody>
          <a:bodyPr/>
          <a:lstStyle/>
          <a:p>
            <a:r>
              <a:rPr lang="en-US" dirty="0" smtClean="0"/>
              <a:t>Employee Salary Frame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1363" y="1981200"/>
            <a:ext cx="562927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4227398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0C028-0252-4472-9630-911E31C0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21" y="103032"/>
            <a:ext cx="10504000" cy="1132258"/>
          </a:xfrm>
        </p:spPr>
        <p:txBody>
          <a:bodyPr/>
          <a:lstStyle/>
          <a:p>
            <a:pPr lvl="0"/>
            <a:r>
              <a:rPr lang="en-US" dirty="0" smtClean="0"/>
              <a:t>Screenshots / Demo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/>
          </p:nvPr>
        </p:nvSpPr>
        <p:spPr>
          <a:xfrm>
            <a:off x="4718528" y="5197811"/>
            <a:ext cx="3227735" cy="735130"/>
          </a:xfrm>
        </p:spPr>
        <p:txBody>
          <a:bodyPr/>
          <a:lstStyle/>
          <a:p>
            <a:r>
              <a:rPr lang="en-US" dirty="0" smtClean="0"/>
              <a:t>Salary Receipt Frame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29028" y="1120462"/>
            <a:ext cx="5286937" cy="4410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4227398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0C028-0252-4472-9630-911E31C0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21" y="103032"/>
            <a:ext cx="10504000" cy="1132258"/>
          </a:xfrm>
        </p:spPr>
        <p:txBody>
          <a:bodyPr/>
          <a:lstStyle/>
          <a:p>
            <a:pPr lvl="0"/>
            <a:r>
              <a:rPr lang="en-US" dirty="0" smtClean="0"/>
              <a:t>Screenshots / Demo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/>
          </p:nvPr>
        </p:nvSpPr>
        <p:spPr>
          <a:xfrm>
            <a:off x="4718528" y="5197811"/>
            <a:ext cx="3227735" cy="735130"/>
          </a:xfrm>
        </p:spPr>
        <p:txBody>
          <a:bodyPr/>
          <a:lstStyle/>
          <a:p>
            <a:r>
              <a:rPr lang="en-US" dirty="0" smtClean="0"/>
              <a:t>Calculator Frame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3662" y="1274837"/>
            <a:ext cx="4224270" cy="4076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4227398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0C028-0252-4472-9630-911E31C0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21" y="103032"/>
            <a:ext cx="10504000" cy="1132258"/>
          </a:xfrm>
        </p:spPr>
        <p:txBody>
          <a:bodyPr/>
          <a:lstStyle/>
          <a:p>
            <a:pPr lvl="0"/>
            <a:r>
              <a:rPr lang="en-US" dirty="0" smtClean="0"/>
              <a:t>Screenshots / Demo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/>
          </p:nvPr>
        </p:nvSpPr>
        <p:spPr>
          <a:xfrm>
            <a:off x="5092016" y="5903929"/>
            <a:ext cx="3227735" cy="735130"/>
          </a:xfrm>
        </p:spPr>
        <p:txBody>
          <a:bodyPr/>
          <a:lstStyle/>
          <a:p>
            <a:r>
              <a:rPr lang="en-US" dirty="0" smtClean="0"/>
              <a:t>Main Frame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799" y="1403799"/>
            <a:ext cx="8363362" cy="4507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4227398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xmlns="" id="{EF7DBF8C-DE05-CDCC-8A93-E9CF8DD1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430" y="281476"/>
            <a:ext cx="9386350" cy="1132258"/>
          </a:xfrm>
        </p:spPr>
        <p:txBody>
          <a:bodyPr/>
          <a:lstStyle/>
          <a:p>
            <a:pPr lvl="0"/>
            <a:r>
              <a:rPr lang="en-US" dirty="0" smtClean="0"/>
              <a:t>Challenges Faced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F369B94-B996-1CE7-AD33-7FA000997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308" y="1938180"/>
            <a:ext cx="4459331" cy="1925484"/>
          </a:xfrm>
        </p:spPr>
        <p:txBody>
          <a:bodyPr anchor="ctr">
            <a:noAutofit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en-US" sz="1600" b="1" dirty="0" smtClean="0"/>
              <a:t>Handling database connection:</a:t>
            </a:r>
          </a:p>
          <a:p>
            <a:pPr algn="l">
              <a:buFont typeface="Arial" pitchFamily="34" charset="0"/>
              <a:buChar char="•"/>
            </a:pPr>
            <a:r>
              <a:rPr lang="en-US" sz="1200" dirty="0" smtClean="0"/>
              <a:t>Connections left open or not committed, data loss, DB locks.</a:t>
            </a:r>
          </a:p>
          <a:p>
            <a:pPr algn="l">
              <a:buFont typeface="Arial" pitchFamily="34" charset="0"/>
              <a:buChar char="•"/>
            </a:pPr>
            <a:r>
              <a:rPr lang="en-US" sz="1200" dirty="0" smtClean="0"/>
              <a:t>Race conditions (two operations try to write at the same time).</a:t>
            </a:r>
          </a:p>
          <a:p>
            <a:pPr algn="l">
              <a:buFont typeface="Arial" pitchFamily="34" charset="0"/>
              <a:buChar char="•"/>
            </a:pPr>
            <a:r>
              <a:rPr lang="en-US" sz="1200" dirty="0" smtClean="0"/>
              <a:t>Wrong file paths (saved files not found because saved them in a folder but later looked in the root).</a:t>
            </a:r>
          </a:p>
          <a:p>
            <a:pPr algn="l">
              <a:buFont typeface="Arial" pitchFamily="34" charset="0"/>
              <a:buChar char="•"/>
            </a:pPr>
            <a:r>
              <a:rPr lang="en-US" sz="1200" dirty="0" smtClean="0"/>
              <a:t>Missing schema/constraints, duplicates (e.g., duplicate </a:t>
            </a:r>
            <a:r>
              <a:rPr lang="en-US" sz="1200" dirty="0" err="1" smtClean="0"/>
              <a:t>emp_code</a:t>
            </a:r>
            <a:r>
              <a:rPr lang="en-US" sz="1200" dirty="0" smtClean="0"/>
              <a:t>) and data inconsistencies.</a:t>
            </a:r>
            <a:endParaRPr lang="en-US" sz="1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2F369B94-B996-1CE7-AD33-7FA0009972C6}"/>
              </a:ext>
            </a:extLst>
          </p:cNvPr>
          <p:cNvSpPr txBox="1">
            <a:spLocks/>
          </p:cNvSpPr>
          <p:nvPr/>
        </p:nvSpPr>
        <p:spPr>
          <a:xfrm>
            <a:off x="6643108" y="1961789"/>
            <a:ext cx="4459331" cy="19254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600" b="1" dirty="0" err="1" smtClean="0"/>
              <a:t>Tkinter</a:t>
            </a:r>
            <a:r>
              <a:rPr lang="en-US" sz="1600" b="1" dirty="0" smtClean="0"/>
              <a:t> form validation:</a:t>
            </a:r>
          </a:p>
          <a:p>
            <a:endParaRPr lang="en-US" sz="1400" b="1" dirty="0" smtClean="0"/>
          </a:p>
          <a:p>
            <a:pPr>
              <a:buFont typeface="Arial" pitchFamily="34" charset="0"/>
              <a:buChar char="•"/>
            </a:pPr>
            <a:r>
              <a:rPr lang="en-US" sz="1200" dirty="0" smtClean="0"/>
              <a:t>Validation logic scattered across multiple functions, inconsistent UX.</a:t>
            </a:r>
          </a:p>
          <a:p>
            <a:endParaRPr lang="en-US" sz="1200" dirty="0" smtClean="0"/>
          </a:p>
          <a:p>
            <a:pPr>
              <a:buFont typeface="Arial" pitchFamily="34" charset="0"/>
              <a:buChar char="•"/>
            </a:pPr>
            <a:r>
              <a:rPr lang="en-US" sz="1200" dirty="0" smtClean="0"/>
              <a:t>Using message boxes for every minor errors.</a:t>
            </a:r>
          </a:p>
          <a:p>
            <a:endParaRPr lang="en-US" sz="1200" dirty="0" smtClean="0"/>
          </a:p>
          <a:p>
            <a:pPr>
              <a:buFont typeface="Arial" pitchFamily="34" charset="0"/>
              <a:buChar char="•"/>
            </a:pPr>
            <a:r>
              <a:rPr lang="en-US" sz="1200" dirty="0" smtClean="0"/>
              <a:t>Inputs (combo boxes) created with the wrong parent cause layout/behavior issues.</a:t>
            </a:r>
          </a:p>
          <a:p>
            <a:pPr>
              <a:buFont typeface="Arial" pitchFamily="34" charset="0"/>
              <a:buChar char="•"/>
            </a:pPr>
            <a:endParaRPr lang="en-US" sz="1400" b="1" dirty="0" smtClean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2F369B94-B996-1CE7-AD33-7FA0009972C6}"/>
              </a:ext>
            </a:extLst>
          </p:cNvPr>
          <p:cNvSpPr txBox="1">
            <a:spLocks/>
          </p:cNvSpPr>
          <p:nvPr/>
        </p:nvSpPr>
        <p:spPr>
          <a:xfrm>
            <a:off x="3741070" y="4301454"/>
            <a:ext cx="4459331" cy="19254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1600" b="1" dirty="0" smtClean="0"/>
              <a:t>Debugging errors:</a:t>
            </a:r>
          </a:p>
          <a:p>
            <a:pPr marL="342900" indent="-342900"/>
            <a:endParaRPr lang="en-US" sz="1400" b="1" dirty="0" smtClean="0"/>
          </a:p>
          <a:p>
            <a:pPr>
              <a:buFont typeface="Arial" pitchFamily="34" charset="0"/>
              <a:buChar char="•"/>
            </a:pPr>
            <a:r>
              <a:rPr lang="en-US" sz="1200" dirty="0" smtClean="0"/>
              <a:t>Errors hidden by broad except: blocks, leading to "silent failures".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/>
          </a:p>
          <a:p>
            <a:pPr>
              <a:buFont typeface="Arial" pitchFamily="34" charset="0"/>
              <a:buChar char="•"/>
            </a:pPr>
            <a:r>
              <a:rPr lang="en-US" sz="1200" dirty="0" smtClean="0"/>
              <a:t>Hard-to-reproduce bugs because logging is missing.</a:t>
            </a:r>
          </a:p>
          <a:p>
            <a:pPr>
              <a:buFont typeface="Arial" pitchFamily="34" charset="0"/>
              <a:buChar char="•"/>
            </a:pPr>
            <a:endParaRPr lang="en-US" sz="1200" dirty="0" smtClean="0"/>
          </a:p>
          <a:p>
            <a:pPr>
              <a:buFont typeface="Arial" pitchFamily="34" charset="0"/>
              <a:buChar char="•"/>
            </a:pPr>
            <a:r>
              <a:rPr lang="en-US" sz="1200" dirty="0" smtClean="0"/>
              <a:t>Edge cases (zero division, empty strings, unexpected types) cause crashes.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1400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30141489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8B5E49-1830-7F44-FE5E-D9B670A0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395" y="886783"/>
            <a:ext cx="9386350" cy="1132258"/>
          </a:xfrm>
        </p:spPr>
        <p:txBody>
          <a:bodyPr/>
          <a:lstStyle/>
          <a:p>
            <a:pPr lvl="0"/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0C25AC-82DB-271A-826C-DEA711511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584" y="2491969"/>
            <a:ext cx="10277340" cy="329064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dirty="0" smtClean="0"/>
              <a:t>The Employee Payroll Management System simplifies the payroll process.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Reduces manual workload and improves efficiency.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Demonstrates effective use of Python with database integration.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517663243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Learnings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65162" y="2698032"/>
            <a:ext cx="9334584" cy="29574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dirty="0" smtClean="0"/>
              <a:t>Hands-on experience with GUI programming using </a:t>
            </a:r>
            <a:r>
              <a:rPr lang="en-US" sz="1800" dirty="0" err="1" smtClean="0"/>
              <a:t>Tkinter</a:t>
            </a:r>
            <a:r>
              <a:rPr lang="en-US" sz="1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Understanding database connectivity in Python.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Improved debugging and system design skills.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Learned about modular programming and error handling.</a:t>
            </a:r>
          </a:p>
          <a:p>
            <a:pPr>
              <a:buFont typeface="Wingdings" pitchFamily="2" charset="2"/>
              <a:buChar char="Ø"/>
            </a:pP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C0FB4AB-7EBB-ED7D-2267-A21053E4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64" y="1532081"/>
            <a:ext cx="5273221" cy="3793838"/>
          </a:xfrm>
        </p:spPr>
        <p:txBody>
          <a:bodyPr/>
          <a:lstStyle/>
          <a:p>
            <a:r>
              <a:rPr lang="en-US" altLang="zh-CN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xmlns="" val="660898480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86BAD-86C6-47EA-A0F9-642802C2FE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DED828-D6B6-42DA-8DEE-DE8638CBB0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333B44-FF7C-4DD4-AB3A-1FC68C05FF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</TotalTime>
  <Words>641</Words>
  <PresentationFormat>Custom</PresentationFormat>
  <Paragraphs>85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Custom</vt:lpstr>
      <vt:lpstr>Employee Payroll Management</vt:lpstr>
      <vt:lpstr>Introduction</vt:lpstr>
      <vt:lpstr>Project Objectives</vt:lpstr>
      <vt:lpstr>Database Design</vt:lpstr>
      <vt:lpstr>System Features</vt:lpstr>
      <vt:lpstr>System Architecture</vt:lpstr>
      <vt:lpstr>Advantages</vt:lpstr>
      <vt:lpstr>Limitations &amp; Future Enhancements</vt:lpstr>
      <vt:lpstr>Screenshots / Demo</vt:lpstr>
      <vt:lpstr>Login</vt:lpstr>
      <vt:lpstr>Screenshots / Demo</vt:lpstr>
      <vt:lpstr>Screenshots / Demo</vt:lpstr>
      <vt:lpstr>Screenshots / Demo</vt:lpstr>
      <vt:lpstr>Screenshots / Demo</vt:lpstr>
      <vt:lpstr>Challenges Faced</vt:lpstr>
      <vt:lpstr>Conclusion</vt:lpstr>
      <vt:lpstr>Learnings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Payroll Management</dc:title>
  <cp:lastModifiedBy>ADMIN</cp:lastModifiedBy>
  <cp:revision>3</cp:revision>
  <dcterms:modified xsi:type="dcterms:W3CDTF">2025-10-12T11:00:08Z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